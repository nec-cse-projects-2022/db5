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78" r:id="rId6"/>
    <p:sldId id="260" r:id="rId7"/>
    <p:sldId id="283" r:id="rId8"/>
    <p:sldId id="261" r:id="rId9"/>
    <p:sldId id="279" r:id="rId10"/>
    <p:sldId id="280" r:id="rId11"/>
    <p:sldId id="262" r:id="rId12"/>
    <p:sldId id="263" r:id="rId13"/>
    <p:sldId id="264" r:id="rId14"/>
    <p:sldId id="265" r:id="rId15"/>
    <p:sldId id="284" r:id="rId16"/>
    <p:sldId id="285" r:id="rId17"/>
    <p:sldId id="266" r:id="rId18"/>
    <p:sldId id="286" r:id="rId19"/>
    <p:sldId id="287" r:id="rId20"/>
    <p:sldId id="267" r:id="rId21"/>
    <p:sldId id="268" r:id="rId22"/>
    <p:sldId id="288" r:id="rId23"/>
    <p:sldId id="289" r:id="rId24"/>
    <p:sldId id="269" r:id="rId25"/>
    <p:sldId id="270" r:id="rId26"/>
    <p:sldId id="271" r:id="rId27"/>
    <p:sldId id="272" r:id="rId28"/>
    <p:sldId id="293" r:id="rId29"/>
    <p:sldId id="294" r:id="rId30"/>
    <p:sldId id="295" r:id="rId31"/>
    <p:sldId id="296" r:id="rId32"/>
    <p:sldId id="297" r:id="rId33"/>
    <p:sldId id="273" r:id="rId34"/>
    <p:sldId id="274" r:id="rId35"/>
    <p:sldId id="298" r:id="rId36"/>
    <p:sldId id="275" r:id="rId37"/>
    <p:sldId id="281" r:id="rId38"/>
    <p:sldId id="282" r:id="rId39"/>
    <p:sldId id="276" r:id="rId40"/>
    <p:sldId id="2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C69C9-BA7A-4A05-A1C7-EC7893277C8E}" v="197" dt="2026-02-06T08:51:41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FAHEEM AHMED" userId="b41d19e88a32237f" providerId="LiveId" clId="{75978B35-132B-4240-BAA4-4DA1BD5A6285}"/>
    <pc:docChg chg="undo custSel addSld delSld modSld">
      <pc:chgData name="SHAIK FAHEEM AHMED" userId="b41d19e88a32237f" providerId="LiveId" clId="{75978B35-132B-4240-BAA4-4DA1BD5A6285}" dt="2026-02-06T08:54:35.443" v="1683" actId="5793"/>
      <pc:docMkLst>
        <pc:docMk/>
      </pc:docMkLst>
      <pc:sldChg chg="modSp mod">
        <pc:chgData name="SHAIK FAHEEM AHMED" userId="b41d19e88a32237f" providerId="LiveId" clId="{75978B35-132B-4240-BAA4-4DA1BD5A6285}" dt="2026-02-06T08:46:22.474" v="1653" actId="1076"/>
        <pc:sldMkLst>
          <pc:docMk/>
          <pc:sldMk cId="3177525731" sldId="256"/>
        </pc:sldMkLst>
        <pc:spChg chg="mod">
          <ac:chgData name="SHAIK FAHEEM AHMED" userId="b41d19e88a32237f" providerId="LiveId" clId="{75978B35-132B-4240-BAA4-4DA1BD5A6285}" dt="2026-02-06T08:46:15.925" v="1652" actId="1076"/>
          <ac:spMkLst>
            <pc:docMk/>
            <pc:sldMk cId="3177525731" sldId="256"/>
            <ac:spMk id="2" creationId="{1355C460-8FA0-3281-180E-BC8A7CBD0B54}"/>
          </ac:spMkLst>
        </pc:spChg>
        <pc:spChg chg="mod">
          <ac:chgData name="SHAIK FAHEEM AHMED" userId="b41d19e88a32237f" providerId="LiveId" clId="{75978B35-132B-4240-BAA4-4DA1BD5A6285}" dt="2026-02-06T08:46:22.474" v="1653" actId="1076"/>
          <ac:spMkLst>
            <pc:docMk/>
            <pc:sldMk cId="3177525731" sldId="256"/>
            <ac:spMk id="15" creationId="{B0BF854F-EBA5-B00F-DD25-BD1FE3FF797E}"/>
          </ac:spMkLst>
        </pc:spChg>
        <pc:spChg chg="mod">
          <ac:chgData name="SHAIK FAHEEM AHMED" userId="b41d19e88a32237f" providerId="LiveId" clId="{75978B35-132B-4240-BAA4-4DA1BD5A6285}" dt="2026-02-06T08:46:12.560" v="1651" actId="1076"/>
          <ac:spMkLst>
            <pc:docMk/>
            <pc:sldMk cId="3177525731" sldId="256"/>
            <ac:spMk id="19" creationId="{7BBE8444-895C-AF5C-81C4-38869A091E71}"/>
          </ac:spMkLst>
        </pc:spChg>
      </pc:sldChg>
      <pc:sldChg chg="delSp mod">
        <pc:chgData name="SHAIK FAHEEM AHMED" userId="b41d19e88a32237f" providerId="LiveId" clId="{75978B35-132B-4240-BAA4-4DA1BD5A6285}" dt="2026-02-06T04:56:25.023" v="2" actId="21"/>
        <pc:sldMkLst>
          <pc:docMk/>
          <pc:sldMk cId="890035409" sldId="258"/>
        </pc:sldMkLst>
        <pc:spChg chg="del">
          <ac:chgData name="SHAIK FAHEEM AHMED" userId="b41d19e88a32237f" providerId="LiveId" clId="{75978B35-132B-4240-BAA4-4DA1BD5A6285}" dt="2026-02-06T04:56:25.023" v="2" actId="21"/>
          <ac:spMkLst>
            <pc:docMk/>
            <pc:sldMk cId="890035409" sldId="258"/>
            <ac:spMk id="5" creationId="{E7806548-A70B-8F54-A983-1815938D7E48}"/>
          </ac:spMkLst>
        </pc:spChg>
      </pc:sldChg>
      <pc:sldChg chg="modSp mod">
        <pc:chgData name="SHAIK FAHEEM AHMED" userId="b41d19e88a32237f" providerId="LiveId" clId="{75978B35-132B-4240-BAA4-4DA1BD5A6285}" dt="2026-02-06T08:52:41.122" v="1680" actId="1076"/>
        <pc:sldMkLst>
          <pc:docMk/>
          <pc:sldMk cId="3367746716" sldId="259"/>
        </pc:sldMkLst>
        <pc:spChg chg="mod">
          <ac:chgData name="SHAIK FAHEEM AHMED" userId="b41d19e88a32237f" providerId="LiveId" clId="{75978B35-132B-4240-BAA4-4DA1BD5A6285}" dt="2026-02-06T08:52:12.695" v="1676" actId="14100"/>
          <ac:spMkLst>
            <pc:docMk/>
            <pc:sldMk cId="3367746716" sldId="259"/>
            <ac:spMk id="4" creationId="{04FFC04B-B41D-1DF8-1A06-CB033CC4CAD8}"/>
          </ac:spMkLst>
        </pc:spChg>
        <pc:spChg chg="mod">
          <ac:chgData name="SHAIK FAHEEM AHMED" userId="b41d19e88a32237f" providerId="LiveId" clId="{75978B35-132B-4240-BAA4-4DA1BD5A6285}" dt="2026-02-06T08:52:41.122" v="1680" actId="1076"/>
          <ac:spMkLst>
            <pc:docMk/>
            <pc:sldMk cId="3367746716" sldId="259"/>
            <ac:spMk id="10" creationId="{B9375CBA-7DE8-8054-9482-4EA64101D40D}"/>
          </ac:spMkLst>
        </pc:spChg>
      </pc:sldChg>
      <pc:sldChg chg="modSp mod">
        <pc:chgData name="SHAIK FAHEEM AHMED" userId="b41d19e88a32237f" providerId="LiveId" clId="{75978B35-132B-4240-BAA4-4DA1BD5A6285}" dt="2026-02-06T05:32:22.989" v="463" actId="2711"/>
        <pc:sldMkLst>
          <pc:docMk/>
          <pc:sldMk cId="2383949192" sldId="260"/>
        </pc:sldMkLst>
        <pc:graphicFrameChg chg="mod modGraphic">
          <ac:chgData name="SHAIK FAHEEM AHMED" userId="b41d19e88a32237f" providerId="LiveId" clId="{75978B35-132B-4240-BAA4-4DA1BD5A6285}" dt="2026-02-06T05:32:22.989" v="463" actId="2711"/>
          <ac:graphicFrameMkLst>
            <pc:docMk/>
            <pc:sldMk cId="2383949192" sldId="260"/>
            <ac:graphicFrameMk id="4" creationId="{C4CFC146-6679-822C-7DA6-5F6020E2256E}"/>
          </ac:graphicFrameMkLst>
        </pc:graphicFrameChg>
        <pc:picChg chg="mod">
          <ac:chgData name="SHAIK FAHEEM AHMED" userId="b41d19e88a32237f" providerId="LiveId" clId="{75978B35-132B-4240-BAA4-4DA1BD5A6285}" dt="2026-02-06T05:10:13.707" v="112" actId="1076"/>
          <ac:picMkLst>
            <pc:docMk/>
            <pc:sldMk cId="2383949192" sldId="260"/>
            <ac:picMk id="2" creationId="{2CA5E011-55F0-1D75-F4EE-15691D050267}"/>
          </ac:picMkLst>
        </pc:picChg>
      </pc:sldChg>
      <pc:sldChg chg="modSp mod">
        <pc:chgData name="SHAIK FAHEEM AHMED" userId="b41d19e88a32237f" providerId="LiveId" clId="{75978B35-132B-4240-BAA4-4DA1BD5A6285}" dt="2026-02-06T08:54:35.443" v="1683" actId="5793"/>
        <pc:sldMkLst>
          <pc:docMk/>
          <pc:sldMk cId="1179852588" sldId="270"/>
        </pc:sldMkLst>
        <pc:spChg chg="mod">
          <ac:chgData name="SHAIK FAHEEM AHMED" userId="b41d19e88a32237f" providerId="LiveId" clId="{75978B35-132B-4240-BAA4-4DA1BD5A6285}" dt="2026-02-06T08:54:35.443" v="1683" actId="5793"/>
          <ac:spMkLst>
            <pc:docMk/>
            <pc:sldMk cId="1179852588" sldId="270"/>
            <ac:spMk id="5" creationId="{0C8DCB77-63A2-A20E-F501-C827B7438722}"/>
          </ac:spMkLst>
        </pc:spChg>
      </pc:sldChg>
      <pc:sldChg chg="modSp mod">
        <pc:chgData name="SHAIK FAHEEM AHMED" userId="b41d19e88a32237f" providerId="LiveId" clId="{75978B35-132B-4240-BAA4-4DA1BD5A6285}" dt="2026-02-06T08:41:31.443" v="1554" actId="5793"/>
        <pc:sldMkLst>
          <pc:docMk/>
          <pc:sldMk cId="3935828110" sldId="273"/>
        </pc:sldMkLst>
        <pc:spChg chg="mod">
          <ac:chgData name="SHAIK FAHEEM AHMED" userId="b41d19e88a32237f" providerId="LiveId" clId="{75978B35-132B-4240-BAA4-4DA1BD5A6285}" dt="2026-02-06T08:41:31.443" v="1554" actId="5793"/>
          <ac:spMkLst>
            <pc:docMk/>
            <pc:sldMk cId="3935828110" sldId="273"/>
            <ac:spMk id="4" creationId="{5B1B1E4E-F2E9-9DDE-E49D-D003FAE74DF1}"/>
          </ac:spMkLst>
        </pc:spChg>
      </pc:sldChg>
      <pc:sldChg chg="delSp modSp mod">
        <pc:chgData name="SHAIK FAHEEM AHMED" userId="b41d19e88a32237f" providerId="LiveId" clId="{75978B35-132B-4240-BAA4-4DA1BD5A6285}" dt="2026-02-06T08:38:51.658" v="1513" actId="1076"/>
        <pc:sldMkLst>
          <pc:docMk/>
          <pc:sldMk cId="4112572399" sldId="274"/>
        </pc:sldMkLst>
        <pc:spChg chg="mod">
          <ac:chgData name="SHAIK FAHEEM AHMED" userId="b41d19e88a32237f" providerId="LiveId" clId="{75978B35-132B-4240-BAA4-4DA1BD5A6285}" dt="2026-02-06T08:38:51.658" v="1513" actId="1076"/>
          <ac:spMkLst>
            <pc:docMk/>
            <pc:sldMk cId="4112572399" sldId="274"/>
            <ac:spMk id="5" creationId="{AF84EC72-6901-4DF8-DA06-1598D019B2A0}"/>
          </ac:spMkLst>
        </pc:spChg>
        <pc:spChg chg="mod">
          <ac:chgData name="SHAIK FAHEEM AHMED" userId="b41d19e88a32237f" providerId="LiveId" clId="{75978B35-132B-4240-BAA4-4DA1BD5A6285}" dt="2026-02-06T08:38:09.035" v="1486" actId="14100"/>
          <ac:spMkLst>
            <pc:docMk/>
            <pc:sldMk cId="4112572399" sldId="274"/>
            <ac:spMk id="6" creationId="{B223D779-A27F-BBB5-1526-FBC3BA0E4759}"/>
          </ac:spMkLst>
        </pc:spChg>
        <pc:spChg chg="del">
          <ac:chgData name="SHAIK FAHEEM AHMED" userId="b41d19e88a32237f" providerId="LiveId" clId="{75978B35-132B-4240-BAA4-4DA1BD5A6285}" dt="2026-02-06T08:36:46.043" v="1465" actId="21"/>
          <ac:spMkLst>
            <pc:docMk/>
            <pc:sldMk cId="4112572399" sldId="274"/>
            <ac:spMk id="12" creationId="{6764BFE6-D161-FE03-CA68-E7B83B0C11C7}"/>
          </ac:spMkLst>
        </pc:spChg>
        <pc:spChg chg="del">
          <ac:chgData name="SHAIK FAHEEM AHMED" userId="b41d19e88a32237f" providerId="LiveId" clId="{75978B35-132B-4240-BAA4-4DA1BD5A6285}" dt="2026-02-06T08:36:49.501" v="1466" actId="21"/>
          <ac:spMkLst>
            <pc:docMk/>
            <pc:sldMk cId="4112572399" sldId="274"/>
            <ac:spMk id="13" creationId="{0AE040D5-0EC0-BDA3-8EE3-1C5465E40B3E}"/>
          </ac:spMkLst>
        </pc:spChg>
      </pc:sldChg>
      <pc:sldChg chg="modSp mod">
        <pc:chgData name="SHAIK FAHEEM AHMED" userId="b41d19e88a32237f" providerId="LiveId" clId="{75978B35-132B-4240-BAA4-4DA1BD5A6285}" dt="2026-02-06T08:53:11.565" v="1682" actId="1076"/>
        <pc:sldMkLst>
          <pc:docMk/>
          <pc:sldMk cId="3913603126" sldId="278"/>
        </pc:sldMkLst>
        <pc:spChg chg="mod">
          <ac:chgData name="SHAIK FAHEEM AHMED" userId="b41d19e88a32237f" providerId="LiveId" clId="{75978B35-132B-4240-BAA4-4DA1BD5A6285}" dt="2026-02-06T08:53:11.565" v="1682" actId="1076"/>
          <ac:spMkLst>
            <pc:docMk/>
            <pc:sldMk cId="3913603126" sldId="278"/>
            <ac:spMk id="7" creationId="{C6515E6F-65BB-6406-21B7-360BA24AC9D3}"/>
          </ac:spMkLst>
        </pc:spChg>
      </pc:sldChg>
      <pc:sldChg chg="addSp delSp modSp new mod">
        <pc:chgData name="SHAIK FAHEEM AHMED" userId="b41d19e88a32237f" providerId="LiveId" clId="{75978B35-132B-4240-BAA4-4DA1BD5A6285}" dt="2026-02-06T08:51:30.926" v="1674" actId="2711"/>
        <pc:sldMkLst>
          <pc:docMk/>
          <pc:sldMk cId="491889871" sldId="283"/>
        </pc:sldMkLst>
        <pc:spChg chg="add del mod">
          <ac:chgData name="SHAIK FAHEEM AHMED" userId="b41d19e88a32237f" providerId="LiveId" clId="{75978B35-132B-4240-BAA4-4DA1BD5A6285}" dt="2026-02-06T05:00:25.372" v="25"/>
          <ac:spMkLst>
            <pc:docMk/>
            <pc:sldMk cId="491889871" sldId="283"/>
            <ac:spMk id="7" creationId="{15670CD7-DC12-4B65-03D0-E0FF91C70245}"/>
          </ac:spMkLst>
        </pc:spChg>
        <pc:spChg chg="add mod">
          <ac:chgData name="SHAIK FAHEEM AHMED" userId="b41d19e88a32237f" providerId="LiveId" clId="{75978B35-132B-4240-BAA4-4DA1BD5A6285}" dt="2026-02-06T05:31:37.499" v="458" actId="1076"/>
          <ac:spMkLst>
            <pc:docMk/>
            <pc:sldMk cId="491889871" sldId="283"/>
            <ac:spMk id="8" creationId="{CD0CEF4A-AB26-DFBA-2DE1-44FE4683ABD8}"/>
          </ac:spMkLst>
        </pc:spChg>
        <pc:graphicFrameChg chg="add mod modGraphic">
          <ac:chgData name="SHAIK FAHEEM AHMED" userId="b41d19e88a32237f" providerId="LiveId" clId="{75978B35-132B-4240-BAA4-4DA1BD5A6285}" dt="2026-02-06T08:51:30.926" v="1674" actId="2711"/>
          <ac:graphicFrameMkLst>
            <pc:docMk/>
            <pc:sldMk cId="491889871" sldId="283"/>
            <ac:graphicFrameMk id="6" creationId="{D72E6E26-2BD4-5938-DD08-817D9469E2FC}"/>
          </ac:graphicFrameMkLst>
        </pc:graphicFrameChg>
        <pc:graphicFrameChg chg="add del mod modGraphic">
          <ac:chgData name="SHAIK FAHEEM AHMED" userId="b41d19e88a32237f" providerId="LiveId" clId="{75978B35-132B-4240-BAA4-4DA1BD5A6285}" dt="2026-02-06T05:11:56.657" v="124" actId="478"/>
          <ac:graphicFrameMkLst>
            <pc:docMk/>
            <pc:sldMk cId="491889871" sldId="283"/>
            <ac:graphicFrameMk id="9" creationId="{E1C50C10-ADB5-0FCC-21FF-1B09E09533F0}"/>
          </ac:graphicFrameMkLst>
        </pc:graphicFrameChg>
        <pc:graphicFrameChg chg="add del mod modGraphic">
          <ac:chgData name="SHAIK FAHEEM AHMED" userId="b41d19e88a32237f" providerId="LiveId" clId="{75978B35-132B-4240-BAA4-4DA1BD5A6285}" dt="2026-02-06T05:13:38.993" v="146" actId="478"/>
          <ac:graphicFrameMkLst>
            <pc:docMk/>
            <pc:sldMk cId="491889871" sldId="283"/>
            <ac:graphicFrameMk id="10" creationId="{3ACEDDD8-E80F-AE05-30C2-68F48A8F0FFC}"/>
          </ac:graphicFrameMkLst>
        </pc:graphicFrameChg>
        <pc:picChg chg="add mod">
          <ac:chgData name="SHAIK FAHEEM AHMED" userId="b41d19e88a32237f" providerId="LiveId" clId="{75978B35-132B-4240-BAA4-4DA1BD5A6285}" dt="2026-02-06T04:58:36.797" v="4"/>
          <ac:picMkLst>
            <pc:docMk/>
            <pc:sldMk cId="491889871" sldId="283"/>
            <ac:picMk id="5" creationId="{4C783070-7989-52A6-E4EF-92C18D9FF43A}"/>
          </ac:picMkLst>
        </pc:picChg>
        <pc:picChg chg="add del mod">
          <ac:chgData name="SHAIK FAHEEM AHMED" userId="b41d19e88a32237f" providerId="LiveId" clId="{75978B35-132B-4240-BAA4-4DA1BD5A6285}" dt="2026-02-06T04:59:01.869" v="6" actId="21"/>
          <ac:picMkLst>
            <pc:docMk/>
            <pc:sldMk cId="491889871" sldId="283"/>
            <ac:picMk id="6" creationId="{2EB022B1-E64C-48D8-3757-3570986CE6DE}"/>
          </ac:picMkLst>
        </pc:picChg>
      </pc:sldChg>
      <pc:sldChg chg="addSp modSp new mod">
        <pc:chgData name="SHAIK FAHEEM AHMED" userId="b41d19e88a32237f" providerId="LiveId" clId="{75978B35-132B-4240-BAA4-4DA1BD5A6285}" dt="2026-02-06T06:00:39.259" v="502" actId="120"/>
        <pc:sldMkLst>
          <pc:docMk/>
          <pc:sldMk cId="1659247390" sldId="284"/>
        </pc:sldMkLst>
        <pc:spChg chg="add mod">
          <ac:chgData name="SHAIK FAHEEM AHMED" userId="b41d19e88a32237f" providerId="LiveId" clId="{75978B35-132B-4240-BAA4-4DA1BD5A6285}" dt="2026-02-06T06:00:28.286" v="500" actId="122"/>
          <ac:spMkLst>
            <pc:docMk/>
            <pc:sldMk cId="1659247390" sldId="284"/>
            <ac:spMk id="6" creationId="{37F7C73B-3A9A-EDD5-8878-A35182CD88AC}"/>
          </ac:spMkLst>
        </pc:spChg>
        <pc:spChg chg="add mod">
          <ac:chgData name="SHAIK FAHEEM AHMED" userId="b41d19e88a32237f" providerId="LiveId" clId="{75978B35-132B-4240-BAA4-4DA1BD5A6285}" dt="2026-02-06T06:00:39.259" v="502" actId="120"/>
          <ac:spMkLst>
            <pc:docMk/>
            <pc:sldMk cId="1659247390" sldId="284"/>
            <ac:spMk id="7" creationId="{A8247DC0-2CC2-EF9D-E996-B3EAA02FF787}"/>
          </ac:spMkLst>
        </pc:spChg>
        <pc:picChg chg="add mod">
          <ac:chgData name="SHAIK FAHEEM AHMED" userId="b41d19e88a32237f" providerId="LiveId" clId="{75978B35-132B-4240-BAA4-4DA1BD5A6285}" dt="2026-02-06T05:47:08.070" v="465"/>
          <ac:picMkLst>
            <pc:docMk/>
            <pc:sldMk cId="1659247390" sldId="284"/>
            <ac:picMk id="5" creationId="{89B68B78-969A-B842-2EE3-0E5576644713}"/>
          </ac:picMkLst>
        </pc:picChg>
      </pc:sldChg>
      <pc:sldChg chg="addSp modSp new mod">
        <pc:chgData name="SHAIK FAHEEM AHMED" userId="b41d19e88a32237f" providerId="LiveId" clId="{75978B35-132B-4240-BAA4-4DA1BD5A6285}" dt="2026-02-06T06:02:23.899" v="511" actId="2710"/>
        <pc:sldMkLst>
          <pc:docMk/>
          <pc:sldMk cId="370239560" sldId="285"/>
        </pc:sldMkLst>
        <pc:spChg chg="add mod">
          <ac:chgData name="SHAIK FAHEEM AHMED" userId="b41d19e88a32237f" providerId="LiveId" clId="{75978B35-132B-4240-BAA4-4DA1BD5A6285}" dt="2026-02-06T06:02:23.899" v="511" actId="2710"/>
          <ac:spMkLst>
            <pc:docMk/>
            <pc:sldMk cId="370239560" sldId="285"/>
            <ac:spMk id="6" creationId="{D5AEF4F4-9688-8CAC-B0C4-09EFCB012A21}"/>
          </ac:spMkLst>
        </pc:spChg>
        <pc:picChg chg="add mod">
          <ac:chgData name="SHAIK FAHEEM AHMED" userId="b41d19e88a32237f" providerId="LiveId" clId="{75978B35-132B-4240-BAA4-4DA1BD5A6285}" dt="2026-02-06T06:00:11.966" v="498"/>
          <ac:picMkLst>
            <pc:docMk/>
            <pc:sldMk cId="370239560" sldId="285"/>
            <ac:picMk id="5" creationId="{9CD8EDAA-19EB-AD60-2F4E-0068E01494F1}"/>
          </ac:picMkLst>
        </pc:picChg>
      </pc:sldChg>
      <pc:sldChg chg="addSp modSp new mod">
        <pc:chgData name="SHAIK FAHEEM AHMED" userId="b41d19e88a32237f" providerId="LiveId" clId="{75978B35-132B-4240-BAA4-4DA1BD5A6285}" dt="2026-02-06T06:16:09.660" v="537" actId="1076"/>
        <pc:sldMkLst>
          <pc:docMk/>
          <pc:sldMk cId="3812018893" sldId="286"/>
        </pc:sldMkLst>
        <pc:spChg chg="add mod">
          <ac:chgData name="SHAIK FAHEEM AHMED" userId="b41d19e88a32237f" providerId="LiveId" clId="{75978B35-132B-4240-BAA4-4DA1BD5A6285}" dt="2026-02-06T06:14:38.921" v="527" actId="1076"/>
          <ac:spMkLst>
            <pc:docMk/>
            <pc:sldMk cId="3812018893" sldId="286"/>
            <ac:spMk id="6" creationId="{C6772068-1DFC-4FA8-30FD-0EF848DBEF83}"/>
          </ac:spMkLst>
        </pc:spChg>
        <pc:spChg chg="add mod">
          <ac:chgData name="SHAIK FAHEEM AHMED" userId="b41d19e88a32237f" providerId="LiveId" clId="{75978B35-132B-4240-BAA4-4DA1BD5A6285}" dt="2026-02-06T06:16:09.660" v="537" actId="1076"/>
          <ac:spMkLst>
            <pc:docMk/>
            <pc:sldMk cId="3812018893" sldId="286"/>
            <ac:spMk id="7" creationId="{B328AF4E-A22A-60A8-A358-351D6B03F3F7}"/>
          </ac:spMkLst>
        </pc:spChg>
        <pc:picChg chg="add mod">
          <ac:chgData name="SHAIK FAHEEM AHMED" userId="b41d19e88a32237f" providerId="LiveId" clId="{75978B35-132B-4240-BAA4-4DA1BD5A6285}" dt="2026-02-06T06:05:09.942" v="513"/>
          <ac:picMkLst>
            <pc:docMk/>
            <pc:sldMk cId="3812018893" sldId="286"/>
            <ac:picMk id="5" creationId="{4DC66D66-FDB6-210B-EC1D-314DC70C66EE}"/>
          </ac:picMkLst>
        </pc:picChg>
      </pc:sldChg>
      <pc:sldChg chg="addSp modSp new mod">
        <pc:chgData name="SHAIK FAHEEM AHMED" userId="b41d19e88a32237f" providerId="LiveId" clId="{75978B35-132B-4240-BAA4-4DA1BD5A6285}" dt="2026-02-06T06:17:27.365" v="546" actId="1076"/>
        <pc:sldMkLst>
          <pc:docMk/>
          <pc:sldMk cId="3070745820" sldId="287"/>
        </pc:sldMkLst>
        <pc:spChg chg="add mod">
          <ac:chgData name="SHAIK FAHEEM AHMED" userId="b41d19e88a32237f" providerId="LiveId" clId="{75978B35-132B-4240-BAA4-4DA1BD5A6285}" dt="2026-02-06T06:17:27.365" v="546" actId="1076"/>
          <ac:spMkLst>
            <pc:docMk/>
            <pc:sldMk cId="3070745820" sldId="287"/>
            <ac:spMk id="6" creationId="{722748AC-E559-0EE8-5033-D234686247CE}"/>
          </ac:spMkLst>
        </pc:spChg>
        <pc:picChg chg="add mod">
          <ac:chgData name="SHAIK FAHEEM AHMED" userId="b41d19e88a32237f" providerId="LiveId" clId="{75978B35-132B-4240-BAA4-4DA1BD5A6285}" dt="2026-02-06T06:15:59.467" v="536"/>
          <ac:picMkLst>
            <pc:docMk/>
            <pc:sldMk cId="3070745820" sldId="287"/>
            <ac:picMk id="5" creationId="{501F1B7C-7EFB-00F6-D5D2-D2A5C6CA96F6}"/>
          </ac:picMkLst>
        </pc:picChg>
      </pc:sldChg>
      <pc:sldChg chg="addSp delSp modSp new mod">
        <pc:chgData name="SHAIK FAHEEM AHMED" userId="b41d19e88a32237f" providerId="LiveId" clId="{75978B35-132B-4240-BAA4-4DA1BD5A6285}" dt="2026-02-06T06:40:32.587" v="1113" actId="14100"/>
        <pc:sldMkLst>
          <pc:docMk/>
          <pc:sldMk cId="992112198" sldId="288"/>
        </pc:sldMkLst>
        <pc:spChg chg="add mod">
          <ac:chgData name="SHAIK FAHEEM AHMED" userId="b41d19e88a32237f" providerId="LiveId" clId="{75978B35-132B-4240-BAA4-4DA1BD5A6285}" dt="2026-02-06T06:40:32.587" v="1113" actId="14100"/>
          <ac:spMkLst>
            <pc:docMk/>
            <pc:sldMk cId="992112198" sldId="288"/>
            <ac:spMk id="6" creationId="{E57531E3-A0E2-B1C0-D30A-C5A76919F3FF}"/>
          </ac:spMkLst>
        </pc:spChg>
        <pc:spChg chg="add del mod">
          <ac:chgData name="SHAIK FAHEEM AHMED" userId="b41d19e88a32237f" providerId="LiveId" clId="{75978B35-132B-4240-BAA4-4DA1BD5A6285}" dt="2026-02-06T06:23:25.352" v="565" actId="21"/>
          <ac:spMkLst>
            <pc:docMk/>
            <pc:sldMk cId="992112198" sldId="288"/>
            <ac:spMk id="7" creationId="{725CC444-B667-1443-C54C-CCCE0E657371}"/>
          </ac:spMkLst>
        </pc:spChg>
        <pc:spChg chg="add">
          <ac:chgData name="SHAIK FAHEEM AHMED" userId="b41d19e88a32237f" providerId="LiveId" clId="{75978B35-132B-4240-BAA4-4DA1BD5A6285}" dt="2026-02-06T06:23:14.325" v="561"/>
          <ac:spMkLst>
            <pc:docMk/>
            <pc:sldMk cId="992112198" sldId="288"/>
            <ac:spMk id="8" creationId="{0FBC8C6D-AFAF-C86A-4BB7-9B45143F3307}"/>
          </ac:spMkLst>
        </pc:spChg>
        <pc:spChg chg="add">
          <ac:chgData name="SHAIK FAHEEM AHMED" userId="b41d19e88a32237f" providerId="LiveId" clId="{75978B35-132B-4240-BAA4-4DA1BD5A6285}" dt="2026-02-06T06:23:17.416" v="562"/>
          <ac:spMkLst>
            <pc:docMk/>
            <pc:sldMk cId="992112198" sldId="288"/>
            <ac:spMk id="9" creationId="{A73BCC97-26B6-1230-5B95-0A4EB0F25BF5}"/>
          </ac:spMkLst>
        </pc:spChg>
        <pc:spChg chg="add del mod">
          <ac:chgData name="SHAIK FAHEEM AHMED" userId="b41d19e88a32237f" providerId="LiveId" clId="{75978B35-132B-4240-BAA4-4DA1BD5A6285}" dt="2026-02-06T06:23:36.784" v="572"/>
          <ac:spMkLst>
            <pc:docMk/>
            <pc:sldMk cId="992112198" sldId="288"/>
            <ac:spMk id="10" creationId="{7BD5B927-50E4-4AFE-7B7B-631093B1F76E}"/>
          </ac:spMkLst>
        </pc:spChg>
        <pc:spChg chg="add del mod">
          <ac:chgData name="SHAIK FAHEEM AHMED" userId="b41d19e88a32237f" providerId="LiveId" clId="{75978B35-132B-4240-BAA4-4DA1BD5A6285}" dt="2026-02-06T06:26:56.239" v="599" actId="21"/>
          <ac:spMkLst>
            <pc:docMk/>
            <pc:sldMk cId="992112198" sldId="288"/>
            <ac:spMk id="11" creationId="{725CC444-B667-1443-C54C-CCCE0E657371}"/>
          </ac:spMkLst>
        </pc:spChg>
        <pc:spChg chg="add del mod">
          <ac:chgData name="SHAIK FAHEEM AHMED" userId="b41d19e88a32237f" providerId="LiveId" clId="{75978B35-132B-4240-BAA4-4DA1BD5A6285}" dt="2026-02-06T06:23:36.781" v="570" actId="21"/>
          <ac:spMkLst>
            <pc:docMk/>
            <pc:sldMk cId="992112198" sldId="288"/>
            <ac:spMk id="12" creationId="{8A2FAB0C-FCF3-AAAE-90E0-D18BE0277208}"/>
          </ac:spMkLst>
        </pc:spChg>
        <pc:spChg chg="add del mod">
          <ac:chgData name="SHAIK FAHEEM AHMED" userId="b41d19e88a32237f" providerId="LiveId" clId="{75978B35-132B-4240-BAA4-4DA1BD5A6285}" dt="2026-02-06T06:24:16.913" v="582" actId="21"/>
          <ac:spMkLst>
            <pc:docMk/>
            <pc:sldMk cId="992112198" sldId="288"/>
            <ac:spMk id="13" creationId="{4AAE10F8-9274-4339-ABAF-21CA42E3EC66}"/>
          </ac:spMkLst>
        </pc:spChg>
        <pc:spChg chg="add del mod">
          <ac:chgData name="SHAIK FAHEEM AHMED" userId="b41d19e88a32237f" providerId="LiveId" clId="{75978B35-132B-4240-BAA4-4DA1BD5A6285}" dt="2026-02-06T06:24:12.714" v="581" actId="21"/>
          <ac:spMkLst>
            <pc:docMk/>
            <pc:sldMk cId="992112198" sldId="288"/>
            <ac:spMk id="14" creationId="{8A2FAB0C-FCF3-AAAE-90E0-D18BE0277208}"/>
          </ac:spMkLst>
        </pc:spChg>
        <pc:spChg chg="add">
          <ac:chgData name="SHAIK FAHEEM AHMED" userId="b41d19e88a32237f" providerId="LiveId" clId="{75978B35-132B-4240-BAA4-4DA1BD5A6285}" dt="2026-02-06T06:24:01.190" v="580"/>
          <ac:spMkLst>
            <pc:docMk/>
            <pc:sldMk cId="992112198" sldId="288"/>
            <ac:spMk id="15" creationId="{18868C44-0D93-15A1-3C2A-B4068B4CFA45}"/>
          </ac:spMkLst>
        </pc:spChg>
        <pc:spChg chg="add del mod">
          <ac:chgData name="SHAIK FAHEEM AHMED" userId="b41d19e88a32237f" providerId="LiveId" clId="{75978B35-132B-4240-BAA4-4DA1BD5A6285}" dt="2026-02-06T06:26:37.278" v="594"/>
          <ac:spMkLst>
            <pc:docMk/>
            <pc:sldMk cId="992112198" sldId="288"/>
            <ac:spMk id="16" creationId="{45E4B05A-FF82-4EA6-5F79-C7B677560BCB}"/>
          </ac:spMkLst>
        </pc:spChg>
        <pc:spChg chg="add mod">
          <ac:chgData name="SHAIK FAHEEM AHMED" userId="b41d19e88a32237f" providerId="LiveId" clId="{75978B35-132B-4240-BAA4-4DA1BD5A6285}" dt="2026-02-06T06:33:14.276" v="936" actId="2710"/>
          <ac:spMkLst>
            <pc:docMk/>
            <pc:sldMk cId="992112198" sldId="288"/>
            <ac:spMk id="17" creationId="{6FD1FB1F-33A4-A7ED-DE95-15F70289388E}"/>
          </ac:spMkLst>
        </pc:spChg>
        <pc:spChg chg="add">
          <ac:chgData name="SHAIK FAHEEM AHMED" userId="b41d19e88a32237f" providerId="LiveId" clId="{75978B35-132B-4240-BAA4-4DA1BD5A6285}" dt="2026-02-06T06:30:57.076" v="839"/>
          <ac:spMkLst>
            <pc:docMk/>
            <pc:sldMk cId="992112198" sldId="288"/>
            <ac:spMk id="18" creationId="{329E8EAD-C0FF-6561-F520-D462D1A9D349}"/>
          </ac:spMkLst>
        </pc:spChg>
        <pc:spChg chg="add mod">
          <ac:chgData name="SHAIK FAHEEM AHMED" userId="b41d19e88a32237f" providerId="LiveId" clId="{75978B35-132B-4240-BAA4-4DA1BD5A6285}" dt="2026-02-06T06:31:02.644" v="844"/>
          <ac:spMkLst>
            <pc:docMk/>
            <pc:sldMk cId="992112198" sldId="288"/>
            <ac:spMk id="19" creationId="{D2C6CF4B-D576-8FB2-9222-65FE9B3327CD}"/>
          </ac:spMkLst>
        </pc:spChg>
        <pc:spChg chg="add mod">
          <ac:chgData name="SHAIK FAHEEM AHMED" userId="b41d19e88a32237f" providerId="LiveId" clId="{75978B35-132B-4240-BAA4-4DA1BD5A6285}" dt="2026-02-06T06:31:02.270" v="843"/>
          <ac:spMkLst>
            <pc:docMk/>
            <pc:sldMk cId="992112198" sldId="288"/>
            <ac:spMk id="20" creationId="{1D2F6EA6-49D0-C82A-71CF-5E84A53C5538}"/>
          </ac:spMkLst>
        </pc:spChg>
        <pc:spChg chg="add mod">
          <ac:chgData name="SHAIK FAHEEM AHMED" userId="b41d19e88a32237f" providerId="LiveId" clId="{75978B35-132B-4240-BAA4-4DA1BD5A6285}" dt="2026-02-06T06:34:34.759" v="955" actId="2710"/>
          <ac:spMkLst>
            <pc:docMk/>
            <pc:sldMk cId="992112198" sldId="288"/>
            <ac:spMk id="22" creationId="{7CB8CB5B-BEC4-8C74-86A9-D2EDA103A495}"/>
          </ac:spMkLst>
        </pc:spChg>
        <pc:picChg chg="add mod">
          <ac:chgData name="SHAIK FAHEEM AHMED" userId="b41d19e88a32237f" providerId="LiveId" clId="{75978B35-132B-4240-BAA4-4DA1BD5A6285}" dt="2026-02-06T06:26:43.849" v="595" actId="1076"/>
          <ac:picMkLst>
            <pc:docMk/>
            <pc:sldMk cId="992112198" sldId="288"/>
            <ac:picMk id="5" creationId="{E0FFD492-4140-228A-ABB7-1AF5B384256F}"/>
          </ac:picMkLst>
        </pc:picChg>
      </pc:sldChg>
      <pc:sldChg chg="addSp modSp new del">
        <pc:chgData name="SHAIK FAHEEM AHMED" userId="b41d19e88a32237f" providerId="LiveId" clId="{75978B35-132B-4240-BAA4-4DA1BD5A6285}" dt="2026-02-06T06:20:10.697" v="549" actId="2696"/>
        <pc:sldMkLst>
          <pc:docMk/>
          <pc:sldMk cId="1738225967" sldId="288"/>
        </pc:sldMkLst>
        <pc:picChg chg="add mod">
          <ac:chgData name="SHAIK FAHEEM AHMED" userId="b41d19e88a32237f" providerId="LiveId" clId="{75978B35-132B-4240-BAA4-4DA1BD5A6285}" dt="2026-02-06T06:17:47.454" v="548"/>
          <ac:picMkLst>
            <pc:docMk/>
            <pc:sldMk cId="1738225967" sldId="288"/>
            <ac:picMk id="5" creationId="{1337E5EC-CF61-E885-259A-2759A2935788}"/>
          </ac:picMkLst>
        </pc:picChg>
      </pc:sldChg>
      <pc:sldChg chg="addSp modSp new mod">
        <pc:chgData name="SHAIK FAHEEM AHMED" userId="b41d19e88a32237f" providerId="LiveId" clId="{75978B35-132B-4240-BAA4-4DA1BD5A6285}" dt="2026-02-06T06:39:56.357" v="1109" actId="1076"/>
        <pc:sldMkLst>
          <pc:docMk/>
          <pc:sldMk cId="3652788941" sldId="289"/>
        </pc:sldMkLst>
        <pc:spChg chg="add mod">
          <ac:chgData name="SHAIK FAHEEM AHMED" userId="b41d19e88a32237f" providerId="LiveId" clId="{75978B35-132B-4240-BAA4-4DA1BD5A6285}" dt="2026-02-06T06:35:52.566" v="968" actId="1076"/>
          <ac:spMkLst>
            <pc:docMk/>
            <pc:sldMk cId="3652788941" sldId="289"/>
            <ac:spMk id="6" creationId="{24644FA9-9793-41CF-69DE-616949A3B2E1}"/>
          </ac:spMkLst>
        </pc:spChg>
        <pc:spChg chg="add mod">
          <ac:chgData name="SHAIK FAHEEM AHMED" userId="b41d19e88a32237f" providerId="LiveId" clId="{75978B35-132B-4240-BAA4-4DA1BD5A6285}" dt="2026-02-06T06:37:56.141" v="990" actId="20577"/>
          <ac:spMkLst>
            <pc:docMk/>
            <pc:sldMk cId="3652788941" sldId="289"/>
            <ac:spMk id="7" creationId="{6B8532E2-AD8B-7755-8BA8-1B9990A43D80}"/>
          </ac:spMkLst>
        </pc:spChg>
        <pc:spChg chg="add">
          <ac:chgData name="SHAIK FAHEEM AHMED" userId="b41d19e88a32237f" providerId="LiveId" clId="{75978B35-132B-4240-BAA4-4DA1BD5A6285}" dt="2026-02-06T06:36:07.538" v="970"/>
          <ac:spMkLst>
            <pc:docMk/>
            <pc:sldMk cId="3652788941" sldId="289"/>
            <ac:spMk id="8" creationId="{32381A22-2A76-FD29-7474-6AEC92395509}"/>
          </ac:spMkLst>
        </pc:spChg>
        <pc:spChg chg="add">
          <ac:chgData name="SHAIK FAHEEM AHMED" userId="b41d19e88a32237f" providerId="LiveId" clId="{75978B35-132B-4240-BAA4-4DA1BD5A6285}" dt="2026-02-06T06:36:31.687" v="977"/>
          <ac:spMkLst>
            <pc:docMk/>
            <pc:sldMk cId="3652788941" sldId="289"/>
            <ac:spMk id="9" creationId="{8A7A7481-E5F8-6962-971A-20A3CE2AB4B9}"/>
          </ac:spMkLst>
        </pc:spChg>
        <pc:spChg chg="add mod">
          <ac:chgData name="SHAIK FAHEEM AHMED" userId="b41d19e88a32237f" providerId="LiveId" clId="{75978B35-132B-4240-BAA4-4DA1BD5A6285}" dt="2026-02-06T06:39:56.357" v="1109" actId="1076"/>
          <ac:spMkLst>
            <pc:docMk/>
            <pc:sldMk cId="3652788941" sldId="289"/>
            <ac:spMk id="10" creationId="{3FCFD60D-AF6B-4489-7CB2-F233A7817AB0}"/>
          </ac:spMkLst>
        </pc:spChg>
        <pc:picChg chg="add mod">
          <ac:chgData name="SHAIK FAHEEM AHMED" userId="b41d19e88a32237f" providerId="LiveId" clId="{75978B35-132B-4240-BAA4-4DA1BD5A6285}" dt="2026-02-06T06:34:53.801" v="958" actId="1076"/>
          <ac:picMkLst>
            <pc:docMk/>
            <pc:sldMk cId="3652788941" sldId="289"/>
            <ac:picMk id="5" creationId="{8C56DA28-443B-E387-0314-315D8D5B980C}"/>
          </ac:picMkLst>
        </pc:picChg>
      </pc:sldChg>
      <pc:sldChg chg="addSp modSp new del">
        <pc:chgData name="SHAIK FAHEEM AHMED" userId="b41d19e88a32237f" providerId="LiveId" clId="{75978B35-132B-4240-BAA4-4DA1BD5A6285}" dt="2026-02-06T08:19:00.040" v="1173" actId="2696"/>
        <pc:sldMkLst>
          <pc:docMk/>
          <pc:sldMk cId="2840035694" sldId="290"/>
        </pc:sldMkLst>
        <pc:picChg chg="add mod">
          <ac:chgData name="SHAIK FAHEEM AHMED" userId="b41d19e88a32237f" providerId="LiveId" clId="{75978B35-132B-4240-BAA4-4DA1BD5A6285}" dt="2026-02-06T08:10:48.078" v="1137"/>
          <ac:picMkLst>
            <pc:docMk/>
            <pc:sldMk cId="2840035694" sldId="290"/>
            <ac:picMk id="5" creationId="{15C1026A-4F20-72EB-943D-C716B437C8C3}"/>
          </ac:picMkLst>
        </pc:picChg>
        <pc:picChg chg="add mod">
          <ac:chgData name="SHAIK FAHEEM AHMED" userId="b41d19e88a32237f" providerId="LiveId" clId="{75978B35-132B-4240-BAA4-4DA1BD5A6285}" dt="2026-02-06T08:10:52.584" v="1138" actId="931"/>
          <ac:picMkLst>
            <pc:docMk/>
            <pc:sldMk cId="2840035694" sldId="290"/>
            <ac:picMk id="7" creationId="{B59B5CAA-45C0-4032-865E-FDB2AB50BD5B}"/>
          </ac:picMkLst>
        </pc:picChg>
      </pc:sldChg>
      <pc:sldChg chg="addSp modSp new del">
        <pc:chgData name="SHAIK FAHEEM AHMED" userId="b41d19e88a32237f" providerId="LiveId" clId="{75978B35-132B-4240-BAA4-4DA1BD5A6285}" dt="2026-02-06T08:10:25.844" v="1133" actId="2696"/>
        <pc:sldMkLst>
          <pc:docMk/>
          <pc:sldMk cId="3744762044" sldId="290"/>
        </pc:sldMkLst>
        <pc:picChg chg="add mod">
          <ac:chgData name="SHAIK FAHEEM AHMED" userId="b41d19e88a32237f" providerId="LiveId" clId="{75978B35-132B-4240-BAA4-4DA1BD5A6285}" dt="2026-02-06T06:41:15.026" v="1115"/>
          <ac:picMkLst>
            <pc:docMk/>
            <pc:sldMk cId="3744762044" sldId="290"/>
            <ac:picMk id="5" creationId="{8E367AEB-F1EF-7BE8-16FE-E1E4AFFB9EB4}"/>
          </ac:picMkLst>
        </pc:picChg>
        <pc:picChg chg="add mod">
          <ac:chgData name="SHAIK FAHEEM AHMED" userId="b41d19e88a32237f" providerId="LiveId" clId="{75978B35-132B-4240-BAA4-4DA1BD5A6285}" dt="2026-02-06T08:06:37.870" v="1116" actId="931"/>
          <ac:picMkLst>
            <pc:docMk/>
            <pc:sldMk cId="3744762044" sldId="290"/>
            <ac:picMk id="7" creationId="{024F7969-6B09-B409-9AAA-45DEA4DE887C}"/>
          </ac:picMkLst>
        </pc:picChg>
      </pc:sldChg>
      <pc:sldChg chg="addSp modSp new del">
        <pc:chgData name="SHAIK FAHEEM AHMED" userId="b41d19e88a32237f" providerId="LiveId" clId="{75978B35-132B-4240-BAA4-4DA1BD5A6285}" dt="2026-02-06T08:19:02.578" v="1174" actId="2696"/>
        <pc:sldMkLst>
          <pc:docMk/>
          <pc:sldMk cId="1817548062" sldId="291"/>
        </pc:sldMkLst>
        <pc:picChg chg="add mod">
          <ac:chgData name="SHAIK FAHEEM AHMED" userId="b41d19e88a32237f" providerId="LiveId" clId="{75978B35-132B-4240-BAA4-4DA1BD5A6285}" dt="2026-02-06T08:11:15.237" v="1140"/>
          <ac:picMkLst>
            <pc:docMk/>
            <pc:sldMk cId="1817548062" sldId="291"/>
            <ac:picMk id="5" creationId="{0FE2E269-3148-30D9-9D93-09C15D4AC954}"/>
          </ac:picMkLst>
        </pc:picChg>
        <pc:picChg chg="add mod">
          <ac:chgData name="SHAIK FAHEEM AHMED" userId="b41d19e88a32237f" providerId="LiveId" clId="{75978B35-132B-4240-BAA4-4DA1BD5A6285}" dt="2026-02-06T08:11:26.802" v="1141" actId="931"/>
          <ac:picMkLst>
            <pc:docMk/>
            <pc:sldMk cId="1817548062" sldId="291"/>
            <ac:picMk id="7" creationId="{F33FDD53-75D2-EF76-E3CE-B66514479978}"/>
          </ac:picMkLst>
        </pc:picChg>
      </pc:sldChg>
      <pc:sldChg chg="addSp modSp new del mod">
        <pc:chgData name="SHAIK FAHEEM AHMED" userId="b41d19e88a32237f" providerId="LiveId" clId="{75978B35-132B-4240-BAA4-4DA1BD5A6285}" dt="2026-02-06T08:10:29.849" v="1134" actId="2696"/>
        <pc:sldMkLst>
          <pc:docMk/>
          <pc:sldMk cId="2938459448" sldId="291"/>
        </pc:sldMkLst>
        <pc:picChg chg="add mod">
          <ac:chgData name="SHAIK FAHEEM AHMED" userId="b41d19e88a32237f" providerId="LiveId" clId="{75978B35-132B-4240-BAA4-4DA1BD5A6285}" dt="2026-02-06T08:06:56.490" v="1118"/>
          <ac:picMkLst>
            <pc:docMk/>
            <pc:sldMk cId="2938459448" sldId="291"/>
            <ac:picMk id="5" creationId="{750429B4-0024-8C47-ABDA-C4FD03CE0D09}"/>
          </ac:picMkLst>
        </pc:picChg>
        <pc:picChg chg="add mod">
          <ac:chgData name="SHAIK FAHEEM AHMED" userId="b41d19e88a32237f" providerId="LiveId" clId="{75978B35-132B-4240-BAA4-4DA1BD5A6285}" dt="2026-02-06T08:07:21.833" v="1121" actId="1076"/>
          <ac:picMkLst>
            <pc:docMk/>
            <pc:sldMk cId="2938459448" sldId="291"/>
            <ac:picMk id="7" creationId="{EE764DF1-6370-A669-B4E3-B4F23680853E}"/>
          </ac:picMkLst>
        </pc:picChg>
      </pc:sldChg>
      <pc:sldChg chg="addSp modSp new del">
        <pc:chgData name="SHAIK FAHEEM AHMED" userId="b41d19e88a32237f" providerId="LiveId" clId="{75978B35-132B-4240-BAA4-4DA1BD5A6285}" dt="2026-02-06T08:19:04.974" v="1175" actId="2696"/>
        <pc:sldMkLst>
          <pc:docMk/>
          <pc:sldMk cId="1050325333" sldId="292"/>
        </pc:sldMkLst>
        <pc:picChg chg="add mod">
          <ac:chgData name="SHAIK FAHEEM AHMED" userId="b41d19e88a32237f" providerId="LiveId" clId="{75978B35-132B-4240-BAA4-4DA1BD5A6285}" dt="2026-02-06T08:11:40.087" v="1143"/>
          <ac:picMkLst>
            <pc:docMk/>
            <pc:sldMk cId="1050325333" sldId="292"/>
            <ac:picMk id="5" creationId="{7CD03B29-7DB0-0059-A834-80572317AEFF}"/>
          </ac:picMkLst>
        </pc:picChg>
        <pc:picChg chg="add mod">
          <ac:chgData name="SHAIK FAHEEM AHMED" userId="b41d19e88a32237f" providerId="LiveId" clId="{75978B35-132B-4240-BAA4-4DA1BD5A6285}" dt="2026-02-06T08:11:46.821" v="1144" actId="931"/>
          <ac:picMkLst>
            <pc:docMk/>
            <pc:sldMk cId="1050325333" sldId="292"/>
            <ac:picMk id="7" creationId="{90C521D5-A252-20B6-1CDB-3E611D72B5B2}"/>
          </ac:picMkLst>
        </pc:picChg>
      </pc:sldChg>
      <pc:sldChg chg="addSp delSp modSp new del mod setBg">
        <pc:chgData name="SHAIK FAHEEM AHMED" userId="b41d19e88a32237f" providerId="LiveId" clId="{75978B35-132B-4240-BAA4-4DA1BD5A6285}" dt="2026-02-06T08:10:32.816" v="1135" actId="2696"/>
        <pc:sldMkLst>
          <pc:docMk/>
          <pc:sldMk cId="4245315212" sldId="292"/>
        </pc:sldMkLst>
        <pc:spChg chg="mod ord">
          <ac:chgData name="SHAIK FAHEEM AHMED" userId="b41d19e88a32237f" providerId="LiveId" clId="{75978B35-132B-4240-BAA4-4DA1BD5A6285}" dt="2026-02-06T08:08:24.135" v="1132" actId="26606"/>
          <ac:spMkLst>
            <pc:docMk/>
            <pc:sldMk cId="4245315212" sldId="292"/>
            <ac:spMk id="2" creationId="{78938962-E536-DE4E-47BC-F5B75FCE756C}"/>
          </ac:spMkLst>
        </pc:spChg>
        <pc:spChg chg="mod">
          <ac:chgData name="SHAIK FAHEEM AHMED" userId="b41d19e88a32237f" providerId="LiveId" clId="{75978B35-132B-4240-BAA4-4DA1BD5A6285}" dt="2026-02-06T08:08:24.135" v="1132" actId="26606"/>
          <ac:spMkLst>
            <pc:docMk/>
            <pc:sldMk cId="4245315212" sldId="292"/>
            <ac:spMk id="3" creationId="{1B11BD5F-7E66-089E-BFD5-FB5C52ABA63D}"/>
          </ac:spMkLst>
        </pc:spChg>
        <pc:spChg chg="mod ord">
          <ac:chgData name="SHAIK FAHEEM AHMED" userId="b41d19e88a32237f" providerId="LiveId" clId="{75978B35-132B-4240-BAA4-4DA1BD5A6285}" dt="2026-02-06T08:08:24.135" v="1132" actId="26606"/>
          <ac:spMkLst>
            <pc:docMk/>
            <pc:sldMk cId="4245315212" sldId="292"/>
            <ac:spMk id="4" creationId="{41771E98-0DE4-B8EA-D2C1-22BA43084FCC}"/>
          </ac:spMkLst>
        </pc:spChg>
        <pc:spChg chg="add del">
          <ac:chgData name="SHAIK FAHEEM AHMED" userId="b41d19e88a32237f" providerId="LiveId" clId="{75978B35-132B-4240-BAA4-4DA1BD5A6285}" dt="2026-02-06T08:08:18.439" v="1127" actId="26606"/>
          <ac:spMkLst>
            <pc:docMk/>
            <pc:sldMk cId="4245315212" sldId="292"/>
            <ac:spMk id="12" creationId="{5D1D4658-32CD-4903-BDA6-7B54EEA4ED6F}"/>
          </ac:spMkLst>
        </pc:spChg>
        <pc:spChg chg="add del">
          <ac:chgData name="SHAIK FAHEEM AHMED" userId="b41d19e88a32237f" providerId="LiveId" clId="{75978B35-132B-4240-BAA4-4DA1BD5A6285}" dt="2026-02-06T08:08:18.439" v="1127" actId="26606"/>
          <ac:spMkLst>
            <pc:docMk/>
            <pc:sldMk cId="4245315212" sldId="292"/>
            <ac:spMk id="14" creationId="{7A29A97C-0C3C-4F06-9CA4-68DFD1CE4039}"/>
          </ac:spMkLst>
        </pc:spChg>
        <pc:spChg chg="add del">
          <ac:chgData name="SHAIK FAHEEM AHMED" userId="b41d19e88a32237f" providerId="LiveId" clId="{75978B35-132B-4240-BAA4-4DA1BD5A6285}" dt="2026-02-06T08:08:18.439" v="1127" actId="26606"/>
          <ac:spMkLst>
            <pc:docMk/>
            <pc:sldMk cId="4245315212" sldId="292"/>
            <ac:spMk id="16" creationId="{801292C1-8B12-4AF2-9B59-8851A132E5E2}"/>
          </ac:spMkLst>
        </pc:spChg>
        <pc:spChg chg="add del">
          <ac:chgData name="SHAIK FAHEEM AHMED" userId="b41d19e88a32237f" providerId="LiveId" clId="{75978B35-132B-4240-BAA4-4DA1BD5A6285}" dt="2026-02-06T08:08:19.399" v="1130" actId="26606"/>
          <ac:spMkLst>
            <pc:docMk/>
            <pc:sldMk cId="4245315212" sldId="292"/>
            <ac:spMk id="18" creationId="{EE5F705A-5E81-4B3A-8EF4-911982DB313C}"/>
          </ac:spMkLst>
        </pc:spChg>
        <pc:spChg chg="add del">
          <ac:chgData name="SHAIK FAHEEM AHMED" userId="b41d19e88a32237f" providerId="LiveId" clId="{75978B35-132B-4240-BAA4-4DA1BD5A6285}" dt="2026-02-06T08:08:19.399" v="1130" actId="26606"/>
          <ac:spMkLst>
            <pc:docMk/>
            <pc:sldMk cId="4245315212" sldId="292"/>
            <ac:spMk id="19" creationId="{AD8F92D9-1751-4ABF-9CB7-D198C9A05A46}"/>
          </ac:spMkLst>
        </pc:spChg>
        <pc:spChg chg="add del">
          <ac:chgData name="SHAIK FAHEEM AHMED" userId="b41d19e88a32237f" providerId="LiveId" clId="{75978B35-132B-4240-BAA4-4DA1BD5A6285}" dt="2026-02-06T08:08:19.399" v="1130" actId="26606"/>
          <ac:spMkLst>
            <pc:docMk/>
            <pc:sldMk cId="4245315212" sldId="292"/>
            <ac:spMk id="20" creationId="{6D6B998F-CA62-4EE6-B7E7-046377D4F7EF}"/>
          </ac:spMkLst>
        </pc:spChg>
        <pc:spChg chg="add del">
          <ac:chgData name="SHAIK FAHEEM AHMED" userId="b41d19e88a32237f" providerId="LiveId" clId="{75978B35-132B-4240-BAA4-4DA1BD5A6285}" dt="2026-02-06T08:08:24.135" v="1132" actId="26606"/>
          <ac:spMkLst>
            <pc:docMk/>
            <pc:sldMk cId="4245315212" sldId="292"/>
            <ac:spMk id="22" creationId="{7AA67C3D-6D28-4C64-81F8-295FC9396EB6}"/>
          </ac:spMkLst>
        </pc:spChg>
        <pc:spChg chg="add del">
          <ac:chgData name="SHAIK FAHEEM AHMED" userId="b41d19e88a32237f" providerId="LiveId" clId="{75978B35-132B-4240-BAA4-4DA1BD5A6285}" dt="2026-02-06T08:08:24.135" v="1132" actId="26606"/>
          <ac:spMkLst>
            <pc:docMk/>
            <pc:sldMk cId="4245315212" sldId="292"/>
            <ac:spMk id="23" creationId="{8DBEAE55-3EA1-41D7-A212-5F7D8986C1F2}"/>
          </ac:spMkLst>
        </pc:spChg>
        <pc:spChg chg="add del">
          <ac:chgData name="SHAIK FAHEEM AHMED" userId="b41d19e88a32237f" providerId="LiveId" clId="{75978B35-132B-4240-BAA4-4DA1BD5A6285}" dt="2026-02-06T08:08:24.135" v="1132" actId="26606"/>
          <ac:spMkLst>
            <pc:docMk/>
            <pc:sldMk cId="4245315212" sldId="292"/>
            <ac:spMk id="24" creationId="{CFC5F0E7-644F-4101-BE72-12825CF537E7}"/>
          </ac:spMkLst>
        </pc:spChg>
        <pc:spChg chg="add del">
          <ac:chgData name="SHAIK FAHEEM AHMED" userId="b41d19e88a32237f" providerId="LiveId" clId="{75978B35-132B-4240-BAA4-4DA1BD5A6285}" dt="2026-02-06T08:08:24.135" v="1132" actId="26606"/>
          <ac:spMkLst>
            <pc:docMk/>
            <pc:sldMk cId="4245315212" sldId="292"/>
            <ac:spMk id="25" creationId="{74283919-7E00-4FC2-BFC9-3F56E58808F7}"/>
          </ac:spMkLst>
        </pc:spChg>
        <pc:spChg chg="add del">
          <ac:chgData name="SHAIK FAHEEM AHMED" userId="b41d19e88a32237f" providerId="LiveId" clId="{75978B35-132B-4240-BAA4-4DA1BD5A6285}" dt="2026-02-06T08:08:24.135" v="1132" actId="26606"/>
          <ac:spMkLst>
            <pc:docMk/>
            <pc:sldMk cId="4245315212" sldId="292"/>
            <ac:spMk id="26" creationId="{2217FF4A-5EDF-43B7-90EE-BDD9F1E9EAC2}"/>
          </ac:spMkLst>
        </pc:spChg>
        <pc:picChg chg="add mod ord">
          <ac:chgData name="SHAIK FAHEEM AHMED" userId="b41d19e88a32237f" providerId="LiveId" clId="{75978B35-132B-4240-BAA4-4DA1BD5A6285}" dt="2026-02-06T08:08:24.135" v="1132" actId="26606"/>
          <ac:picMkLst>
            <pc:docMk/>
            <pc:sldMk cId="4245315212" sldId="292"/>
            <ac:picMk id="5" creationId="{D2F5462C-7396-809F-D5FF-234D2F7A0435}"/>
          </ac:picMkLst>
        </pc:picChg>
        <pc:picChg chg="add mod ord">
          <ac:chgData name="SHAIK FAHEEM AHMED" userId="b41d19e88a32237f" providerId="LiveId" clId="{75978B35-132B-4240-BAA4-4DA1BD5A6285}" dt="2026-02-06T08:08:24.135" v="1132" actId="26606"/>
          <ac:picMkLst>
            <pc:docMk/>
            <pc:sldMk cId="4245315212" sldId="292"/>
            <ac:picMk id="7" creationId="{D2C869DE-DCA4-1B11-7B3A-CE5062ACA640}"/>
          </ac:picMkLst>
        </pc:picChg>
      </pc:sldChg>
      <pc:sldChg chg="addSp modSp new mod">
        <pc:chgData name="SHAIK FAHEEM AHMED" userId="b41d19e88a32237f" providerId="LiveId" clId="{75978B35-132B-4240-BAA4-4DA1BD5A6285}" dt="2026-02-06T08:18:36.772" v="1172" actId="2710"/>
        <pc:sldMkLst>
          <pc:docMk/>
          <pc:sldMk cId="2627971867" sldId="293"/>
        </pc:sldMkLst>
        <pc:spChg chg="add mod">
          <ac:chgData name="SHAIK FAHEEM AHMED" userId="b41d19e88a32237f" providerId="LiveId" clId="{75978B35-132B-4240-BAA4-4DA1BD5A6285}" dt="2026-02-06T08:16:59.989" v="1158" actId="1076"/>
          <ac:spMkLst>
            <pc:docMk/>
            <pc:sldMk cId="2627971867" sldId="293"/>
            <ac:spMk id="6" creationId="{5439056B-8862-3B1A-5D63-66BF2A2AD223}"/>
          </ac:spMkLst>
        </pc:spChg>
        <pc:spChg chg="add mod">
          <ac:chgData name="SHAIK FAHEEM AHMED" userId="b41d19e88a32237f" providerId="LiveId" clId="{75978B35-132B-4240-BAA4-4DA1BD5A6285}" dt="2026-02-06T08:18:36.772" v="1172" actId="2710"/>
          <ac:spMkLst>
            <pc:docMk/>
            <pc:sldMk cId="2627971867" sldId="293"/>
            <ac:spMk id="7" creationId="{848A7D19-1076-C56E-25ED-CB7B671FB2F0}"/>
          </ac:spMkLst>
        </pc:spChg>
        <pc:spChg chg="add">
          <ac:chgData name="SHAIK FAHEEM AHMED" userId="b41d19e88a32237f" providerId="LiveId" clId="{75978B35-132B-4240-BAA4-4DA1BD5A6285}" dt="2026-02-06T08:17:25.170" v="1160"/>
          <ac:spMkLst>
            <pc:docMk/>
            <pc:sldMk cId="2627971867" sldId="293"/>
            <ac:spMk id="8" creationId="{C193ED5A-8836-6608-4214-12838EF07EC8}"/>
          </ac:spMkLst>
        </pc:spChg>
        <pc:picChg chg="add mod">
          <ac:chgData name="SHAIK FAHEEM AHMED" userId="b41d19e88a32237f" providerId="LiveId" clId="{75978B35-132B-4240-BAA4-4DA1BD5A6285}" dt="2026-02-06T08:16:14.868" v="1146"/>
          <ac:picMkLst>
            <pc:docMk/>
            <pc:sldMk cId="2627971867" sldId="293"/>
            <ac:picMk id="5" creationId="{DA7DD7C0-80DA-E647-E95C-88BC4AA2F9CE}"/>
          </ac:picMkLst>
        </pc:picChg>
      </pc:sldChg>
      <pc:sldChg chg="addSp delSp modSp new mod">
        <pc:chgData name="SHAIK FAHEEM AHMED" userId="b41d19e88a32237f" providerId="LiveId" clId="{75978B35-132B-4240-BAA4-4DA1BD5A6285}" dt="2026-02-06T08:19:52.321" v="1181" actId="931"/>
        <pc:sldMkLst>
          <pc:docMk/>
          <pc:sldMk cId="2268324109" sldId="294"/>
        </pc:sldMkLst>
        <pc:spChg chg="add del mod">
          <ac:chgData name="SHAIK FAHEEM AHMED" userId="b41d19e88a32237f" providerId="LiveId" clId="{75978B35-132B-4240-BAA4-4DA1BD5A6285}" dt="2026-02-06T08:19:26.205" v="1180"/>
          <ac:spMkLst>
            <pc:docMk/>
            <pc:sldMk cId="2268324109" sldId="294"/>
            <ac:spMk id="6" creationId="{E6681358-FF86-2C90-76A2-C93516E78DAD}"/>
          </ac:spMkLst>
        </pc:spChg>
        <pc:picChg chg="add mod">
          <ac:chgData name="SHAIK FAHEEM AHMED" userId="b41d19e88a32237f" providerId="LiveId" clId="{75978B35-132B-4240-BAA4-4DA1BD5A6285}" dt="2026-02-06T08:19:18.452" v="1177"/>
          <ac:picMkLst>
            <pc:docMk/>
            <pc:sldMk cId="2268324109" sldId="294"/>
            <ac:picMk id="5" creationId="{7F2B558F-66F1-6EAC-DBAF-4561A2C8E35E}"/>
          </ac:picMkLst>
        </pc:picChg>
        <pc:picChg chg="add mod">
          <ac:chgData name="SHAIK FAHEEM AHMED" userId="b41d19e88a32237f" providerId="LiveId" clId="{75978B35-132B-4240-BAA4-4DA1BD5A6285}" dt="2026-02-06T08:19:52.321" v="1181" actId="931"/>
          <ac:picMkLst>
            <pc:docMk/>
            <pc:sldMk cId="2268324109" sldId="294"/>
            <ac:picMk id="8" creationId="{E785A585-C3E8-07F5-C066-171BEEEEC742}"/>
          </ac:picMkLst>
        </pc:picChg>
      </pc:sldChg>
      <pc:sldChg chg="addSp modSp new">
        <pc:chgData name="SHAIK FAHEEM AHMED" userId="b41d19e88a32237f" providerId="LiveId" clId="{75978B35-132B-4240-BAA4-4DA1BD5A6285}" dt="2026-02-06T08:20:12.635" v="1184" actId="931"/>
        <pc:sldMkLst>
          <pc:docMk/>
          <pc:sldMk cId="408461942" sldId="295"/>
        </pc:sldMkLst>
        <pc:picChg chg="add mod">
          <ac:chgData name="SHAIK FAHEEM AHMED" userId="b41d19e88a32237f" providerId="LiveId" clId="{75978B35-132B-4240-BAA4-4DA1BD5A6285}" dt="2026-02-06T08:20:06.438" v="1183"/>
          <ac:picMkLst>
            <pc:docMk/>
            <pc:sldMk cId="408461942" sldId="295"/>
            <ac:picMk id="5" creationId="{B8F8EFF1-39CB-8A64-A395-6FB65E254CF0}"/>
          </ac:picMkLst>
        </pc:picChg>
        <pc:picChg chg="add mod">
          <ac:chgData name="SHAIK FAHEEM AHMED" userId="b41d19e88a32237f" providerId="LiveId" clId="{75978B35-132B-4240-BAA4-4DA1BD5A6285}" dt="2026-02-06T08:20:12.635" v="1184" actId="931"/>
          <ac:picMkLst>
            <pc:docMk/>
            <pc:sldMk cId="408461942" sldId="295"/>
            <ac:picMk id="7" creationId="{E5D9FA8E-F722-7F6A-3FB7-4D1AEFAFFF5B}"/>
          </ac:picMkLst>
        </pc:picChg>
      </pc:sldChg>
      <pc:sldChg chg="addSp modSp new">
        <pc:chgData name="SHAIK FAHEEM AHMED" userId="b41d19e88a32237f" providerId="LiveId" clId="{75978B35-132B-4240-BAA4-4DA1BD5A6285}" dt="2026-02-06T08:20:35.340" v="1187" actId="931"/>
        <pc:sldMkLst>
          <pc:docMk/>
          <pc:sldMk cId="1405906477" sldId="296"/>
        </pc:sldMkLst>
        <pc:picChg chg="add mod">
          <ac:chgData name="SHAIK FAHEEM AHMED" userId="b41d19e88a32237f" providerId="LiveId" clId="{75978B35-132B-4240-BAA4-4DA1BD5A6285}" dt="2026-02-06T08:20:26.635" v="1186"/>
          <ac:picMkLst>
            <pc:docMk/>
            <pc:sldMk cId="1405906477" sldId="296"/>
            <ac:picMk id="5" creationId="{798F5E80-96C2-846F-25F8-6202DB68AFDB}"/>
          </ac:picMkLst>
        </pc:picChg>
        <pc:picChg chg="add mod">
          <ac:chgData name="SHAIK FAHEEM AHMED" userId="b41d19e88a32237f" providerId="LiveId" clId="{75978B35-132B-4240-BAA4-4DA1BD5A6285}" dt="2026-02-06T08:20:35.340" v="1187" actId="931"/>
          <ac:picMkLst>
            <pc:docMk/>
            <pc:sldMk cId="1405906477" sldId="296"/>
            <ac:picMk id="7" creationId="{F5625B3E-EE6C-A64C-84FC-BBB681D944E6}"/>
          </ac:picMkLst>
        </pc:picChg>
      </pc:sldChg>
      <pc:sldChg chg="addSp modSp new mod">
        <pc:chgData name="SHAIK FAHEEM AHMED" userId="b41d19e88a32237f" providerId="LiveId" clId="{75978B35-132B-4240-BAA4-4DA1BD5A6285}" dt="2026-02-06T08:32:06.464" v="1464" actId="2710"/>
        <pc:sldMkLst>
          <pc:docMk/>
          <pc:sldMk cId="2588485926" sldId="297"/>
        </pc:sldMkLst>
        <pc:spChg chg="add mod">
          <ac:chgData name="SHAIK FAHEEM AHMED" userId="b41d19e88a32237f" providerId="LiveId" clId="{75978B35-132B-4240-BAA4-4DA1BD5A6285}" dt="2026-02-06T08:21:32.704" v="1197" actId="1076"/>
          <ac:spMkLst>
            <pc:docMk/>
            <pc:sldMk cId="2588485926" sldId="297"/>
            <ac:spMk id="6" creationId="{7B2E8352-E250-F4B2-27A8-30365801721F}"/>
          </ac:spMkLst>
        </pc:spChg>
        <pc:spChg chg="add mod">
          <ac:chgData name="SHAIK FAHEEM AHMED" userId="b41d19e88a32237f" providerId="LiveId" clId="{75978B35-132B-4240-BAA4-4DA1BD5A6285}" dt="2026-02-06T08:27:12.375" v="1270" actId="1076"/>
          <ac:spMkLst>
            <pc:docMk/>
            <pc:sldMk cId="2588485926" sldId="297"/>
            <ac:spMk id="7" creationId="{8CFDFBBE-836C-C8EA-C33B-11D010D2A36A}"/>
          </ac:spMkLst>
        </pc:spChg>
        <pc:spChg chg="add mod">
          <ac:chgData name="SHAIK FAHEEM AHMED" userId="b41d19e88a32237f" providerId="LiveId" clId="{75978B35-132B-4240-BAA4-4DA1BD5A6285}" dt="2026-02-06T08:29:10.124" v="1443" actId="2710"/>
          <ac:spMkLst>
            <pc:docMk/>
            <pc:sldMk cId="2588485926" sldId="297"/>
            <ac:spMk id="8" creationId="{381C9FB6-3585-E9E6-737D-EC1ACE9F9952}"/>
          </ac:spMkLst>
        </pc:spChg>
        <pc:spChg chg="add mod">
          <ac:chgData name="SHAIK FAHEEM AHMED" userId="b41d19e88a32237f" providerId="LiveId" clId="{75978B35-132B-4240-BAA4-4DA1BD5A6285}" dt="2026-02-06T08:32:01.914" v="1463" actId="2710"/>
          <ac:spMkLst>
            <pc:docMk/>
            <pc:sldMk cId="2588485926" sldId="297"/>
            <ac:spMk id="9" creationId="{8C19F187-6140-A4B5-4E20-7C5B04000E73}"/>
          </ac:spMkLst>
        </pc:spChg>
        <pc:spChg chg="add mod">
          <ac:chgData name="SHAIK FAHEEM AHMED" userId="b41d19e88a32237f" providerId="LiveId" clId="{75978B35-132B-4240-BAA4-4DA1BD5A6285}" dt="2026-02-06T08:32:06.464" v="1464" actId="2710"/>
          <ac:spMkLst>
            <pc:docMk/>
            <pc:sldMk cId="2588485926" sldId="297"/>
            <ac:spMk id="10" creationId="{CCB3E4C6-CF5D-1FE7-2323-E23853598BB1}"/>
          </ac:spMkLst>
        </pc:spChg>
        <pc:picChg chg="add mod">
          <ac:chgData name="SHAIK FAHEEM AHMED" userId="b41d19e88a32237f" providerId="LiveId" clId="{75978B35-132B-4240-BAA4-4DA1BD5A6285}" dt="2026-02-06T08:20:54.055" v="1189"/>
          <ac:picMkLst>
            <pc:docMk/>
            <pc:sldMk cId="2588485926" sldId="297"/>
            <ac:picMk id="5" creationId="{20BC5A4F-8933-B58D-AB44-6900BE348C35}"/>
          </ac:picMkLst>
        </pc:picChg>
      </pc:sldChg>
      <pc:sldChg chg="addSp modSp new mod">
        <pc:chgData name="SHAIK FAHEEM AHMED" userId="b41d19e88a32237f" providerId="LiveId" clId="{75978B35-132B-4240-BAA4-4DA1BD5A6285}" dt="2026-02-06T08:41:02.928" v="1552" actId="2711"/>
        <pc:sldMkLst>
          <pc:docMk/>
          <pc:sldMk cId="4168231418" sldId="298"/>
        </pc:sldMkLst>
        <pc:spChg chg="add mod">
          <ac:chgData name="SHAIK FAHEEM AHMED" userId="b41d19e88a32237f" providerId="LiveId" clId="{75978B35-132B-4240-BAA4-4DA1BD5A6285}" dt="2026-02-06T08:39:43.842" v="1535" actId="1076"/>
          <ac:spMkLst>
            <pc:docMk/>
            <pc:sldMk cId="4168231418" sldId="298"/>
            <ac:spMk id="6" creationId="{1236513E-8A18-A2DB-9095-CEB2934C939E}"/>
          </ac:spMkLst>
        </pc:spChg>
        <pc:spChg chg="add mod">
          <ac:chgData name="SHAIK FAHEEM AHMED" userId="b41d19e88a32237f" providerId="LiveId" clId="{75978B35-132B-4240-BAA4-4DA1BD5A6285}" dt="2026-02-06T08:41:02.928" v="1552" actId="2711"/>
          <ac:spMkLst>
            <pc:docMk/>
            <pc:sldMk cId="4168231418" sldId="298"/>
            <ac:spMk id="7" creationId="{11E556EB-AA38-CD6D-AE0E-411DE6E39FCF}"/>
          </ac:spMkLst>
        </pc:spChg>
        <pc:picChg chg="add mod">
          <ac:chgData name="SHAIK FAHEEM AHMED" userId="b41d19e88a32237f" providerId="LiveId" clId="{75978B35-132B-4240-BAA4-4DA1BD5A6285}" dt="2026-02-06T08:39:03.621" v="1515"/>
          <ac:picMkLst>
            <pc:docMk/>
            <pc:sldMk cId="4168231418" sldId="298"/>
            <ac:picMk id="5" creationId="{146D81B2-4BDE-1F2B-571A-49695518EE0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2AA88-8CF7-48D0-84C8-F8025BD5B0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26C82-54A3-471D-9E05-4926F243E9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73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6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78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37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36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9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99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E65D-481D-EFD6-5397-EEE8820AE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2306A-8AE6-ACE3-9C6A-2EA3FFDD5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4B2E0-E7AA-B7F0-D131-06A993C6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4F472-E57F-A25F-F150-66AD02C3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33757-8AEA-FC6B-3AEB-DC829F87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6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A690-33BD-8CC7-B353-528DEC091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6DAA8-F60E-613F-2962-75B98E094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8F374-7A41-A7FB-52E2-6C7ED887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7AFAA-CB27-8D76-484B-69EB5569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B8201-E870-4A33-AC46-1241EAC3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1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7F14-E7DC-2A0C-499E-14C204B8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B44A5-1843-62B8-D296-075A1F941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92532-4669-3DF2-3875-AA5DEC1C3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5330D-BBF6-B029-F9BB-0D3A02CB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D155F-611F-52E2-344D-E0EF36B5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8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36F0-1D62-7658-0957-117148B7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D2D94-1199-B8F1-4717-FDB9B79E4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5DCD4-2ED1-95BC-7252-EB4AA98FD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F9DD8-CA28-5AFC-E8A8-66A25DBC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C9873-9DA5-B236-ED9A-0424AC97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D9E83-962D-FA41-F0B8-F75B00B2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97C6-DD07-5682-B2D9-B34D7072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8245F-5FDD-6F69-13C1-D46541FDD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42405-16ED-5266-06D0-B047EF947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C49DB-C287-D41E-BE0C-04B3D3F3E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6BF68-BD8B-DE28-C324-CC984FD88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3BAA6-36AA-18E1-FE9B-43B774BB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DAB74-ADDD-38C7-5667-11BFC1D2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922A7-8D5C-CFA7-0373-A73800B6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3B52-9278-2825-9739-7E2185D6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3DAF5-DF69-F7B1-66BD-94A094E0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149D2-F47E-A288-E9AB-099268FC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BC427-C51E-8AB1-A7C5-4270E225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E567A-2DEE-4359-FF4F-3D16BE34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65C25-DD96-91A1-1565-F58DD14FE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364BF-B5D1-9308-769D-46F484FC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0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59BB-9F81-00DA-BE10-4DBB44E0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52879-1D69-517F-4C2C-C046FBBDF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62B17-03BD-7CDC-49C9-4A9BCEDD4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72450-4CF4-7B16-9A41-EAEB12BA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A1679-E378-394D-9B1B-429F1647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CB630-9D3A-DFE2-5FC4-86451D10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4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042D0-B59B-DED5-203A-7DB70812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2CC38-4C59-7096-6A12-745F43361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9F5F6-266E-60E7-F6B9-D8BA03308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B2636-2C79-545C-5D4F-720F7526F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EF5BA-B40F-C49C-5D14-790EACA1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B6633-4F09-2C1C-263C-04F6E09B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2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869C-B61E-3CA6-EC51-17873EFE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81E51-42DC-7911-D6C7-CBADEEFDB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FE589-2EA9-D2A5-784C-BB8EC4D6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A984F-CE2F-5E9E-A3B3-BA2053CE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2DFAF-8121-FD16-84A9-3891E412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9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C7DDA-D8DF-6370-EC40-1CFE2FD03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BD32C-DA03-62A5-955B-BCAC7FA1D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56135-36F5-608F-04F2-DBA1ED01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0E82-ACDA-E690-75E1-A5EA20DE8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8144E-DEC9-533B-9488-E2320DC4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7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A9A2D4-1CA8-ECC8-32C7-293E5252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F82C7-D772-415D-DAE1-0FA9A007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A8F0-CEDB-CA6C-6DDC-B3686E151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49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5/12/2025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69CF-4862-EE73-DC16-DA59068E6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0247" y="6356349"/>
            <a:ext cx="4233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7E15C-1CC7-67CC-5F74-C50F1E2D6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2C8B7-D441-41F7-9F8A-3B05A8FD0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28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ps://ieeexplore.ieee.org/d%20ocument/10902362" TargetMode="External"/><Relationship Id="rId3" Type="http://schemas.openxmlformats.org/officeDocument/2006/relationships/image" Target="../media/image1.png"/><Relationship Id="rId7" Type="http://schemas.openxmlformats.org/officeDocument/2006/relationships/hyperlink" Target="hps://ieeexplore.ieee.org/d%20ocument/1063212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ps://ieeexplore.ieee.org/d%20ocument/9745159" TargetMode="External"/><Relationship Id="rId5" Type="http://schemas.openxmlformats.org/officeDocument/2006/relationships/hyperlink" Target="hps://ieeexplore.ieee.org/d%20ocument/10474013" TargetMode="External"/><Relationship Id="rId4" Type="http://schemas.openxmlformats.org/officeDocument/2006/relationships/hyperlink" Target="hps://ieeexplore.ieee.org/d%20ocument/10272614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ieeexplore.ieee.org/d%20ocument/10838534" TargetMode="External"/><Relationship Id="rId4" Type="http://schemas.openxmlformats.org/officeDocument/2006/relationships/hyperlink" Target="hps://ieeexplore.ieee.org/d%20ocument/10902362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74C78683-5508-FBCD-60B9-41D06AA19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989200" cy="7177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BF854F-EBA5-B00F-DD25-BD1FE3FF797E}"/>
              </a:ext>
            </a:extLst>
          </p:cNvPr>
          <p:cNvSpPr txBox="1"/>
          <p:nvPr/>
        </p:nvSpPr>
        <p:spPr>
          <a:xfrm>
            <a:off x="2381807" y="1061244"/>
            <a:ext cx="8249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E8444-895C-AF5C-81C4-38869A091E71}"/>
              </a:ext>
            </a:extLst>
          </p:cNvPr>
          <p:cNvSpPr txBox="1"/>
          <p:nvPr/>
        </p:nvSpPr>
        <p:spPr>
          <a:xfrm>
            <a:off x="5489863" y="2055236"/>
            <a:ext cx="2185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55C460-8FA0-3281-180E-BC8A7CBD0B54}"/>
              </a:ext>
            </a:extLst>
          </p:cNvPr>
          <p:cNvSpPr txBox="1"/>
          <p:nvPr/>
        </p:nvSpPr>
        <p:spPr>
          <a:xfrm>
            <a:off x="3708686" y="1532655"/>
            <a:ext cx="55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Length-Sensitive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8E780-CFEF-7E08-6C80-5FB60EAFD0EF}"/>
              </a:ext>
            </a:extLst>
          </p:cNvPr>
          <p:cNvSpPr txBox="1"/>
          <p:nvPr/>
        </p:nvSpPr>
        <p:spPr>
          <a:xfrm>
            <a:off x="2936967" y="2451174"/>
            <a:ext cx="2597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RAVULA NANDU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3503E-0226-6D0C-1A22-3B9BA93FA661}"/>
              </a:ext>
            </a:extLst>
          </p:cNvPr>
          <p:cNvSpPr txBox="1"/>
          <p:nvPr/>
        </p:nvSpPr>
        <p:spPr>
          <a:xfrm>
            <a:off x="7434692" y="2452730"/>
            <a:ext cx="1704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23475A0521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38405-F5F0-D3A5-20A6-59486F1C3E19}"/>
              </a:ext>
            </a:extLst>
          </p:cNvPr>
          <p:cNvSpPr txBox="1"/>
          <p:nvPr/>
        </p:nvSpPr>
        <p:spPr>
          <a:xfrm>
            <a:off x="3168317" y="2826207"/>
            <a:ext cx="2841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KOTA DAVID SHALEM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3D00B-74A1-557F-D692-F5A6862FA869}"/>
              </a:ext>
            </a:extLst>
          </p:cNvPr>
          <p:cNvSpPr txBox="1"/>
          <p:nvPr/>
        </p:nvSpPr>
        <p:spPr>
          <a:xfrm>
            <a:off x="7434692" y="2823743"/>
            <a:ext cx="1704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23475A0506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475E6-90EC-A2AE-7FE7-02CFE40CA82C}"/>
              </a:ext>
            </a:extLst>
          </p:cNvPr>
          <p:cNvSpPr txBox="1"/>
          <p:nvPr/>
        </p:nvSpPr>
        <p:spPr>
          <a:xfrm>
            <a:off x="3168317" y="3202563"/>
            <a:ext cx="3064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FAHEEM AHMED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AB48A7-63AB-283A-BBD5-D66C935C769D}"/>
              </a:ext>
            </a:extLst>
          </p:cNvPr>
          <p:cNvSpPr txBox="1"/>
          <p:nvPr/>
        </p:nvSpPr>
        <p:spPr>
          <a:xfrm>
            <a:off x="7434692" y="3166221"/>
            <a:ext cx="1827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22471A05N9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CBFC84-FF9C-9712-6BF1-CD72E33FD835}"/>
              </a:ext>
            </a:extLst>
          </p:cNvPr>
          <p:cNvSpPr txBox="1"/>
          <p:nvPr/>
        </p:nvSpPr>
        <p:spPr>
          <a:xfrm>
            <a:off x="4898185" y="3660673"/>
            <a:ext cx="306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DA18A4-5EB8-3848-3ECB-DF30414F64A3}"/>
              </a:ext>
            </a:extLst>
          </p:cNvPr>
          <p:cNvSpPr txBox="1"/>
          <p:nvPr/>
        </p:nvSpPr>
        <p:spPr>
          <a:xfrm>
            <a:off x="4589190" y="4180338"/>
            <a:ext cx="4048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K.V. NARASIMHA REDDY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2DA3F1-976D-573B-AD65-0F22733102A1}"/>
              </a:ext>
            </a:extLst>
          </p:cNvPr>
          <p:cNvSpPr txBox="1"/>
          <p:nvPr/>
        </p:nvSpPr>
        <p:spPr>
          <a:xfrm>
            <a:off x="8370731" y="4411170"/>
            <a:ext cx="78884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M.Tech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E2CE0-50A3-D1D3-0C73-0756E648893C}"/>
              </a:ext>
            </a:extLst>
          </p:cNvPr>
          <p:cNvSpPr txBox="1"/>
          <p:nvPr/>
        </p:nvSpPr>
        <p:spPr>
          <a:xfrm>
            <a:off x="5337463" y="4738254"/>
            <a:ext cx="2337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2B848-DCDB-D416-AED4-8286FB7B4314}"/>
              </a:ext>
            </a:extLst>
          </p:cNvPr>
          <p:cNvSpPr txBox="1"/>
          <p:nvPr/>
        </p:nvSpPr>
        <p:spPr>
          <a:xfrm>
            <a:off x="4196788" y="5117074"/>
            <a:ext cx="5331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Engineering,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240234-6EB3-0F1C-E22B-993C8A6576E2}"/>
              </a:ext>
            </a:extLst>
          </p:cNvPr>
          <p:cNvSpPr txBox="1"/>
          <p:nvPr/>
        </p:nvSpPr>
        <p:spPr>
          <a:xfrm>
            <a:off x="4301834" y="5546751"/>
            <a:ext cx="538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 Engineering College (Autonomous),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7BE3DD-7E26-F26A-5F50-57605E969C97}"/>
              </a:ext>
            </a:extLst>
          </p:cNvPr>
          <p:cNvSpPr txBox="1"/>
          <p:nvPr/>
        </p:nvSpPr>
        <p:spPr>
          <a:xfrm>
            <a:off x="5281167" y="5971738"/>
            <a:ext cx="31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Narasaraopet- 522 601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8954BBBF-F860-18F4-889F-9E4495FD3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332131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0305C54D-FDA5-ACA3-D5D0-F89A19B6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2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384C9E75-88A7-093E-5F8C-7E55C85FF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E643FE-E86A-48C0-E629-58D2F655C88B}"/>
              </a:ext>
            </a:extLst>
          </p:cNvPr>
          <p:cNvSpPr txBox="1"/>
          <p:nvPr/>
        </p:nvSpPr>
        <p:spPr>
          <a:xfrm>
            <a:off x="5056909" y="717754"/>
            <a:ext cx="2078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2253A-0E4F-F82B-2129-840F46E44552}"/>
              </a:ext>
            </a:extLst>
          </p:cNvPr>
          <p:cNvSpPr txBox="1"/>
          <p:nvPr/>
        </p:nvSpPr>
        <p:spPr>
          <a:xfrm>
            <a:off x="457199" y="1475509"/>
            <a:ext cx="421178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Abstract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Literature Survey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Research Gaps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Problem Statement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Objectives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Block Diagram / Flow Diagram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Methodology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Implementation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Results and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&amp;Future Scope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References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Question and Answers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Acknowledgements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5950FAE-28D6-49FF-6B35-5A332B7B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11782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DE92F8-24AA-31F1-1618-9E73FC14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4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57299E7-BBE0-1F67-51FD-56D1FE9D2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FD3694-7B4A-CEBF-2965-BC8D528CE8AB}"/>
              </a:ext>
            </a:extLst>
          </p:cNvPr>
          <p:cNvSpPr txBox="1"/>
          <p:nvPr/>
        </p:nvSpPr>
        <p:spPr>
          <a:xfrm>
            <a:off x="5025736" y="718535"/>
            <a:ext cx="21405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50166-DEB3-7D87-250A-2BA8AAD06E0D}"/>
              </a:ext>
            </a:extLst>
          </p:cNvPr>
          <p:cNvSpPr txBox="1"/>
          <p:nvPr/>
        </p:nvSpPr>
        <p:spPr>
          <a:xfrm>
            <a:off x="1361098" y="1718418"/>
            <a:ext cx="993393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era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generating concise yet meaningful summaries from lengthy texts has become crucial across diverse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domains.The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length-sensitive abstractive text summarization framework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handle varying document sizes and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complexities.It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selects among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 models, each fine-tuned on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BBC News Summary dataset subset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generate fluent and context-aware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summaries.Evaluation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Score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 demonstrates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the most concise outputs,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retains contextual depth,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strong general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adaptability.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bridges the gap between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deployment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delivering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modular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summarization solution.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1DAC419-94A2-CC34-A757-0219D108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11782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5BA1CC1-6777-0367-AB55-FD3A3973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3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E267BCB5-6CC8-0C61-5F63-B4B618381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4BA864-53C8-D107-AC03-23BCDBD81664}"/>
              </a:ext>
            </a:extLst>
          </p:cNvPr>
          <p:cNvSpPr txBox="1"/>
          <p:nvPr/>
        </p:nvSpPr>
        <p:spPr>
          <a:xfrm>
            <a:off x="4655128" y="718535"/>
            <a:ext cx="3138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FC04B-B41D-1DF8-1A06-CB033CC4CAD8}"/>
              </a:ext>
            </a:extLst>
          </p:cNvPr>
          <p:cNvSpPr txBox="1"/>
          <p:nvPr/>
        </p:nvSpPr>
        <p:spPr>
          <a:xfrm>
            <a:off x="768926" y="1358976"/>
            <a:ext cx="4707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to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EE39B-402F-BEA2-E3F8-48896ABBDBEB}"/>
              </a:ext>
            </a:extLst>
          </p:cNvPr>
          <p:cNvSpPr txBox="1"/>
          <p:nvPr/>
        </p:nvSpPr>
        <p:spPr>
          <a:xfrm>
            <a:off x="1839191" y="1780171"/>
            <a:ext cx="91232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developing an abstractive text summarization framework using pre-trained transformer models like BART, PEGASUS, and T5.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aims to generate concise, human-like summaries from lengthy documents while preserving semantic meaning and narrative coherence.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introduces a dynamic, length-sensitive model selection pipeline, ensuring that each input text is processed by the most suitable summarization model.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4D12F140-2A4E-8428-1211-A4E50107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53345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AE4DD1F-65C0-336E-BABF-3779197A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75CBA-7DE8-8054-9482-4EA64101D40D}"/>
              </a:ext>
            </a:extLst>
          </p:cNvPr>
          <p:cNvSpPr txBox="1"/>
          <p:nvPr/>
        </p:nvSpPr>
        <p:spPr>
          <a:xfrm>
            <a:off x="768926" y="4323930"/>
            <a:ext cx="4530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 Behind the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58AA36-499B-45B3-602B-4BC63C8A46EF}"/>
              </a:ext>
            </a:extLst>
          </p:cNvPr>
          <p:cNvSpPr txBox="1"/>
          <p:nvPr/>
        </p:nvSpPr>
        <p:spPr>
          <a:xfrm>
            <a:off x="1839191" y="4852693"/>
            <a:ext cx="8936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explosion in digital media has created a strong need for automatic tools that can deliver quick and coherent summaries.</a:t>
            </a:r>
          </a:p>
        </p:txBody>
      </p:sp>
    </p:spTree>
    <p:extLst>
      <p:ext uri="{BB962C8B-B14F-4D97-AF65-F5344CB8AC3E}">
        <p14:creationId xmlns:p14="http://schemas.microsoft.com/office/powerpoint/2010/main" val="336774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87524-9955-B970-815E-202F9B7D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4AB52-F35E-39D6-A52E-B7AE2401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63ADC2-15A7-9787-56AF-A6E51D17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872622-9321-5132-F967-593E43EB40F6}"/>
              </a:ext>
            </a:extLst>
          </p:cNvPr>
          <p:cNvSpPr txBox="1"/>
          <p:nvPr/>
        </p:nvSpPr>
        <p:spPr>
          <a:xfrm>
            <a:off x="1341350" y="1262123"/>
            <a:ext cx="98616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extractive approaches often fail to capture contextual depth and linguistic fluency, leading to fragmented summaries.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Advanced transformer-based architectures provide an opportunity to overcome these limitations through context-aware and fluent abstraction.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15E6F-65BB-6406-21B7-360BA24AC9D3}"/>
              </a:ext>
            </a:extLst>
          </p:cNvPr>
          <p:cNvSpPr txBox="1"/>
          <p:nvPr/>
        </p:nvSpPr>
        <p:spPr>
          <a:xfrm>
            <a:off x="716105" y="2967335"/>
            <a:ext cx="4671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Relevance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23491-FA69-E73F-9630-5C7F4C3C1506}"/>
              </a:ext>
            </a:extLst>
          </p:cNvPr>
          <p:cNvSpPr txBox="1"/>
          <p:nvPr/>
        </p:nvSpPr>
        <p:spPr>
          <a:xfrm>
            <a:off x="1341350" y="3516855"/>
            <a:ext cx="93291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supports efficient content condensation across domains like news, healthcare, education, and legal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both semantic fidelity and readability, making it suitable for real-world applications requiring accuracy and coherence.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multiple models in a single pipeline, the system achieves balanced trade-offs between brevity, fluency, and factual consistency.</a:t>
            </a:r>
          </a:p>
        </p:txBody>
      </p:sp>
    </p:spTree>
    <p:extLst>
      <p:ext uri="{BB962C8B-B14F-4D97-AF65-F5344CB8AC3E}">
        <p14:creationId xmlns:p14="http://schemas.microsoft.com/office/powerpoint/2010/main" val="3913603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CA5E011-55F0-1D75-F4EE-15691D050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9B102E-02D4-12C7-EFC6-491EE6F88A20}"/>
              </a:ext>
            </a:extLst>
          </p:cNvPr>
          <p:cNvSpPr txBox="1"/>
          <p:nvPr/>
        </p:nvSpPr>
        <p:spPr>
          <a:xfrm>
            <a:off x="3989200" y="387586"/>
            <a:ext cx="412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CFC146-6679-822C-7DA6-5F6020E22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635825"/>
              </p:ext>
            </p:extLst>
          </p:nvPr>
        </p:nvGraphicFramePr>
        <p:xfrm>
          <a:off x="290035" y="946484"/>
          <a:ext cx="11523520" cy="5323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292">
                  <a:extLst>
                    <a:ext uri="{9D8B030D-6E8A-4147-A177-3AD203B41FA5}">
                      <a16:colId xmlns:a16="http://schemas.microsoft.com/office/drawing/2014/main" val="4198733524"/>
                    </a:ext>
                  </a:extLst>
                </a:gridCol>
                <a:gridCol w="1839720">
                  <a:extLst>
                    <a:ext uri="{9D8B030D-6E8A-4147-A177-3AD203B41FA5}">
                      <a16:colId xmlns:a16="http://schemas.microsoft.com/office/drawing/2014/main" val="1541954154"/>
                    </a:ext>
                  </a:extLst>
                </a:gridCol>
                <a:gridCol w="1809395">
                  <a:extLst>
                    <a:ext uri="{9D8B030D-6E8A-4147-A177-3AD203B41FA5}">
                      <a16:colId xmlns:a16="http://schemas.microsoft.com/office/drawing/2014/main" val="2331070903"/>
                    </a:ext>
                  </a:extLst>
                </a:gridCol>
                <a:gridCol w="2056921">
                  <a:extLst>
                    <a:ext uri="{9D8B030D-6E8A-4147-A177-3AD203B41FA5}">
                      <a16:colId xmlns:a16="http://schemas.microsoft.com/office/drawing/2014/main" val="2789329345"/>
                    </a:ext>
                  </a:extLst>
                </a:gridCol>
                <a:gridCol w="1855717">
                  <a:extLst>
                    <a:ext uri="{9D8B030D-6E8A-4147-A177-3AD203B41FA5}">
                      <a16:colId xmlns:a16="http://schemas.microsoft.com/office/drawing/2014/main" val="482863234"/>
                    </a:ext>
                  </a:extLst>
                </a:gridCol>
                <a:gridCol w="1465005">
                  <a:extLst>
                    <a:ext uri="{9D8B030D-6E8A-4147-A177-3AD203B41FA5}">
                      <a16:colId xmlns:a16="http://schemas.microsoft.com/office/drawing/2014/main" val="2789447342"/>
                    </a:ext>
                  </a:extLst>
                </a:gridCol>
                <a:gridCol w="1536470">
                  <a:extLst>
                    <a:ext uri="{9D8B030D-6E8A-4147-A177-3AD203B41FA5}">
                      <a16:colId xmlns:a16="http://schemas.microsoft.com/office/drawing/2014/main" val="1554649309"/>
                    </a:ext>
                  </a:extLst>
                </a:gridCol>
              </a:tblGrid>
              <a:tr h="5117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Methodology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127632"/>
                  </a:ext>
                </a:extLst>
              </a:tr>
              <a:tr h="131692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Exploring the Landscape of Automatic Text Summarizaon: A Comprehensive Survey</a:t>
                      </a:r>
                      <a:endParaRPr lang="en-US" sz="105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Bilal Khan, Zohaib Ali Shah, Muhammad Usman,  Badam Niazi, 2023, IEEE Access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hps://ieeexplore.ieee.org/d ocument/10272614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reviewed models: BERT, T5, Pegasus, etc.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Summarizes trends and models in ATS including benchmarks and challenges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language diversity in datasets and models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360573"/>
                  </a:ext>
                </a:extLst>
              </a:tr>
              <a:tr h="90721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Abstracve Text Summarizaon for the Urdu Language: Data and Methods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Muhammad Adnan Khan, Munir Ahmad, et al., 2025, IEEE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hps://ieeexplore.ieee.org/d ocument/10474013 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LSTM, Seq2Seq, Transformer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dataset creaon and summarization for Urdu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Scarcity of high-quality Urdu datasets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358239"/>
                  </a:ext>
                </a:extLst>
              </a:tr>
              <a:tr h="111207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Comprehensive Review of Arabic Text Summarizaon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Asmaa Elsaid, Ammar Mohammed, Lamiaa Faouh, Mohamed Sakre, 2022, IEEE Access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hps://ieeexplore.ieee.org/d ocument/9745159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models, Neural Abstracve Models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Arabic-specific summarizaon methods and tool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discussion on real-world deployment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57868"/>
                  </a:ext>
                </a:extLst>
              </a:tr>
              <a:tr h="67374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MSG‑ATS: Mul‑level Semanc Graph for Arabic Text Summarizaon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Mustafa Abdul Salam;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hps://ieeexplore.ieee.org/d ocument/10632127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Mul-level semanc graph extracve mode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semantic capture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English tesng; no abstracve models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285403"/>
                  </a:ext>
                </a:extLst>
              </a:tr>
              <a:tr h="67374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Summarizaon of Italian Tax‑Law Decisions: The Case of the PRODIGIT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Federico Pisanò; 2023, IEEE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hps://ieeexplore.ieee.org/d ocument/10902362 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Extractive rule based</a:t>
                      </a:r>
                    </a:p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summarisation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 for summarizing Italian Laws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Domain-specific focus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6259"/>
                  </a:ext>
                </a:extLst>
              </a:tr>
            </a:tbl>
          </a:graphicData>
        </a:graphic>
      </p:graphicFrame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40FDF3D-8380-2CB9-3533-C070F1B9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32564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F9B45BD-CE04-3B3E-9B60-D7A4C86C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4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CFEE22-E780-B9FD-8333-9399B340F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45E34-5159-877F-D6AD-1F3E46FB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4C783070-7989-52A6-E4EF-92C18D9FF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0CEF4A-AB26-DFBA-2DE1-44FE4683ABD8}"/>
              </a:ext>
            </a:extLst>
          </p:cNvPr>
          <p:cNvSpPr txBox="1"/>
          <p:nvPr/>
        </p:nvSpPr>
        <p:spPr>
          <a:xfrm>
            <a:off x="4146812" y="240700"/>
            <a:ext cx="41641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US" sz="28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2E6E26-2BD4-5938-DD08-817D9469E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609482"/>
              </p:ext>
            </p:extLst>
          </p:nvPr>
        </p:nvGraphicFramePr>
        <p:xfrm>
          <a:off x="334240" y="861739"/>
          <a:ext cx="11523520" cy="5493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292">
                  <a:extLst>
                    <a:ext uri="{9D8B030D-6E8A-4147-A177-3AD203B41FA5}">
                      <a16:colId xmlns:a16="http://schemas.microsoft.com/office/drawing/2014/main" val="2741616511"/>
                    </a:ext>
                  </a:extLst>
                </a:gridCol>
                <a:gridCol w="1839720">
                  <a:extLst>
                    <a:ext uri="{9D8B030D-6E8A-4147-A177-3AD203B41FA5}">
                      <a16:colId xmlns:a16="http://schemas.microsoft.com/office/drawing/2014/main" val="2417737200"/>
                    </a:ext>
                  </a:extLst>
                </a:gridCol>
                <a:gridCol w="1809395">
                  <a:extLst>
                    <a:ext uri="{9D8B030D-6E8A-4147-A177-3AD203B41FA5}">
                      <a16:colId xmlns:a16="http://schemas.microsoft.com/office/drawing/2014/main" val="995608534"/>
                    </a:ext>
                  </a:extLst>
                </a:gridCol>
                <a:gridCol w="2056921">
                  <a:extLst>
                    <a:ext uri="{9D8B030D-6E8A-4147-A177-3AD203B41FA5}">
                      <a16:colId xmlns:a16="http://schemas.microsoft.com/office/drawing/2014/main" val="883776417"/>
                    </a:ext>
                  </a:extLst>
                </a:gridCol>
                <a:gridCol w="1855717">
                  <a:extLst>
                    <a:ext uri="{9D8B030D-6E8A-4147-A177-3AD203B41FA5}">
                      <a16:colId xmlns:a16="http://schemas.microsoft.com/office/drawing/2014/main" val="2803747106"/>
                    </a:ext>
                  </a:extLst>
                </a:gridCol>
                <a:gridCol w="1465005">
                  <a:extLst>
                    <a:ext uri="{9D8B030D-6E8A-4147-A177-3AD203B41FA5}">
                      <a16:colId xmlns:a16="http://schemas.microsoft.com/office/drawing/2014/main" val="1879202728"/>
                    </a:ext>
                  </a:extLst>
                </a:gridCol>
                <a:gridCol w="1536470">
                  <a:extLst>
                    <a:ext uri="{9D8B030D-6E8A-4147-A177-3AD203B41FA5}">
                      <a16:colId xmlns:a16="http://schemas.microsoft.com/office/drawing/2014/main" val="809859302"/>
                    </a:ext>
                  </a:extLst>
                </a:gridCol>
              </a:tblGrid>
              <a:tr h="62480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Methodology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12039"/>
                  </a:ext>
                </a:extLst>
              </a:tr>
              <a:tr h="80332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Trends and Advances in Extracve Text Summarizaon: A Comprehensive Review</a:t>
                      </a:r>
                      <a:endParaRPr lang="en-US" sz="105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Maryam Azam; Shah Khalid, 2025, IEEE Acces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https://ieeexplore.ieee.org/d ocument/10872906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TextRank, BERTSum, LSA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extracve approaches and evoluon of hybrid models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performance on noisy real-world documents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218162"/>
                  </a:ext>
                </a:extLst>
              </a:tr>
              <a:tr h="92641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MSG‑ATS: Mul‑level Semanc Graph for Arabic Text Summarizaon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Mustafa Abdul Salam;  Sweidan, 2024, IEEE Access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https://ieeexplore.ieee.org/d ocument/10632127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Mul-level semanc graph extracve model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Beer semantic capture and summary quality on Arabic corpora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English tesng; no abstracve models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012813"/>
                  </a:ext>
                </a:extLst>
              </a:tr>
              <a:tr h="1160359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Text Summarizaon Model Incorporang NLP Techniques and Feature-Based Scoring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Estabraq Abdulreda Kadhim; Mohammad‑Reza Feizi‑Derakhshi; Hadi S. Aghdasi, 2025, IEEE Access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https://ieeexplore.ieee.org/d ocument/10838534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TF-IDF, TextRank, feature-based scoring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ROUGE and BERTScore on BBC-News dataset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abstracve exploraon; limited to one dataset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08618"/>
                  </a:ext>
                </a:extLst>
              </a:tr>
              <a:tr h="90924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Summarizaon of Italian Tax‑Law Decisions: The Case of the PRODIGIT Project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Federico Pisanò; 2023, IEEE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hlinkClick r:id="rId4"/>
                        </a:rPr>
                        <a:t>https://ieeexplore.ieee.org/d ocument/10902362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Legal-domain extracve or rule-based summarizaon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 for summarizing Italian tax-law decisions, aiding legal praconers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Domain-specific focus; limited availability of dataset and generalizaon 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048218"/>
                  </a:ext>
                </a:extLst>
              </a:tr>
              <a:tr h="981843"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Learning‑Based Feature Extracon Technique for Single Document Summarizaon Using Hybrid Opmizaon Technique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Jyormayee Rautaray; Sangram Panigrahi; Ajit K. Nayak; Premananda, 2025, IEEE Access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https://ieeexplore.ieee.org/d ocument/10870163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feature extracon + CSO‑HHO hybrid opmizaon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CSO‑HHO improves summary feature selecon; higher ROUGE scores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on single dataset; no transformer/abstracve comparison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359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889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5FFB3E2B-4E9D-9BA0-E82A-CEEAB12E2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93872E-D781-356F-CC37-1E0C3EDB3B7B}"/>
              </a:ext>
            </a:extLst>
          </p:cNvPr>
          <p:cNvSpPr txBox="1"/>
          <p:nvPr/>
        </p:nvSpPr>
        <p:spPr>
          <a:xfrm>
            <a:off x="3989200" y="717754"/>
            <a:ext cx="4187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45940D7-E3EC-25BC-4D50-F770E8D1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87537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1CBD06-C844-0097-537F-47763A7B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3DC3E-D669-EA0F-9F3D-7C9030F3CB1A}"/>
              </a:ext>
            </a:extLst>
          </p:cNvPr>
          <p:cNvSpPr txBox="1"/>
          <p:nvPr/>
        </p:nvSpPr>
        <p:spPr>
          <a:xfrm>
            <a:off x="838200" y="1297008"/>
            <a:ext cx="4949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Key papers related to our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5ADD7-6A06-5521-1CEC-4439271E2EFA}"/>
              </a:ext>
            </a:extLst>
          </p:cNvPr>
          <p:cNvSpPr txBox="1"/>
          <p:nvPr/>
        </p:nvSpPr>
        <p:spPr>
          <a:xfrm>
            <a:off x="1447307" y="1914785"/>
            <a:ext cx="92713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Azam &amp; F. Ahmed, “Extractive Summarization Using Enhanced Graph Models.”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Salam, R. Alfarraj &amp; M. Alweshah, “MS-GATS: Multi-Sentence Graph Attention Network for Arabic Summarization”.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Khan et al., “Survey of Abstractive Summarization Using Transformers.”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R. Naik et al., “EffSum: Efficient Transformer Summarization for Indian News.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A. Awais &amp; R. M. A. Nawab, “Abstractive Urdu Summarization Using LSTM-Transformer Hybrid.”</a:t>
            </a:r>
          </a:p>
        </p:txBody>
      </p:sp>
    </p:spTree>
    <p:extLst>
      <p:ext uri="{BB962C8B-B14F-4D97-AF65-F5344CB8AC3E}">
        <p14:creationId xmlns:p14="http://schemas.microsoft.com/office/powerpoint/2010/main" val="2117468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67D7B-78C1-A7B0-1D94-F9E2C756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E63B7-07D3-DB93-6185-D720849A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0C855005-B476-0A60-5F64-0198D2F85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C11247-853A-BECC-6B67-83E7A01BB78D}"/>
              </a:ext>
            </a:extLst>
          </p:cNvPr>
          <p:cNvSpPr txBox="1"/>
          <p:nvPr/>
        </p:nvSpPr>
        <p:spPr>
          <a:xfrm>
            <a:off x="983848" y="938272"/>
            <a:ext cx="4664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Summaries of relevant literature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CF147-920E-2D14-E1B7-B5EA3478E197}"/>
              </a:ext>
            </a:extLst>
          </p:cNvPr>
          <p:cNvSpPr txBox="1"/>
          <p:nvPr/>
        </p:nvSpPr>
        <p:spPr>
          <a:xfrm>
            <a:off x="1207626" y="1840375"/>
            <a:ext cx="97767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Azam &amp; Ahmed  — Graph-based extractive methods that improve sentence importance via enhanced centrality scores; good at coverage but weak on abstraction.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MS-GATS  — Graph attention over multi-sentence units for Arabic news; shows benefits of structural context for extractive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survey [5] — Comprehensive review of BART, PEGASUS, T5 and related encoder-decoder models; highlights pretraining choices and their effect on abstractive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EffSum [8] — Focuses on efficiency and latency in transformer summarizers for news; demonstrates tradeoffs between speed and ROUGE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LSTM-Transformer hybrid [6] — Addresses low-resource language summarization by combining recurrent and attention modules for improved coherence.</a:t>
            </a:r>
          </a:p>
        </p:txBody>
      </p:sp>
    </p:spTree>
    <p:extLst>
      <p:ext uri="{BB962C8B-B14F-4D97-AF65-F5344CB8AC3E}">
        <p14:creationId xmlns:p14="http://schemas.microsoft.com/office/powerpoint/2010/main" val="365715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925590-3E76-6884-6755-96F7D518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6463C-003F-9529-720E-6144F578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0E5B72-F091-BF5D-5731-70B3E4957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90975" cy="714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8511CE-481A-9507-36DF-2490D5A12375}"/>
              </a:ext>
            </a:extLst>
          </p:cNvPr>
          <p:cNvSpPr txBox="1"/>
          <p:nvPr/>
        </p:nvSpPr>
        <p:spPr>
          <a:xfrm>
            <a:off x="838200" y="902825"/>
            <a:ext cx="5393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relation to our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ADA18-3B71-AB00-AEDA-437CCD5C6E05}"/>
              </a:ext>
            </a:extLst>
          </p:cNvPr>
          <p:cNvSpPr txBox="1"/>
          <p:nvPr/>
        </p:nvSpPr>
        <p:spPr>
          <a:xfrm>
            <a:off x="1092842" y="1569718"/>
            <a:ext cx="10515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Graph and feature-scoring methods  confirm that structured extractive signals improve content coverage — we leverage this insight by treating extractive cues implicitly via model routing and preprocessing.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Transformer-focused surveys and analyses  validate that model pretraining and architecture (BART, PEGASUS, T5) crucially affect fluency and factuality — this motivates our multi-model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Efficiency studies like EffSum  show latency vs. quality tradeoffs, supporting our length-sensitive routing to balance speed and fidelity.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Hybrid LSTM-Transformer approaches  and multi-modal findings indicate combining model types or modalities can improve coherence—this backs our ensemble/selection strategy across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Feature and domain studies  emphasize domain adaptation and feature fusion; we mirror this by stratified fine-tuning and preprocessing tailored to article length and complexity.</a:t>
            </a:r>
          </a:p>
        </p:txBody>
      </p:sp>
    </p:spTree>
    <p:extLst>
      <p:ext uri="{BB962C8B-B14F-4D97-AF65-F5344CB8AC3E}">
        <p14:creationId xmlns:p14="http://schemas.microsoft.com/office/powerpoint/2010/main" val="2896033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FC58EB6D-A5A0-6E23-DCA6-46EBE7A07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EC3593-DAC2-E52A-0BE4-84F4C1CB9625}"/>
              </a:ext>
            </a:extLst>
          </p:cNvPr>
          <p:cNvSpPr txBox="1"/>
          <p:nvPr/>
        </p:nvSpPr>
        <p:spPr>
          <a:xfrm>
            <a:off x="4125191" y="717754"/>
            <a:ext cx="3221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9181048-CCC4-B9B5-6F1D-41E6E279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32564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4C93BF0-CFB4-F518-D235-484902E9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780803-9CB3-520A-789E-4EA191DADDB7}"/>
              </a:ext>
            </a:extLst>
          </p:cNvPr>
          <p:cNvSpPr txBox="1"/>
          <p:nvPr/>
        </p:nvSpPr>
        <p:spPr>
          <a:xfrm>
            <a:off x="960699" y="1574157"/>
            <a:ext cx="102898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Many prior works focus on either extractive or single-model abstractive approaches rather than a dynamic multi-model routing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emphasize either fluency (lexical overlap) or semantic fidelity, but few implement an input-aware system that routes by length/complexity.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real-time inference are underexplored; efficient summarizers trade accuracy for speed without adaptive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Hybrid extractive→abstractive integration is limited; few systems systematically combine extractive cues with multiple abstractive backbones.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Cross-domain and long-context handling remain challenging (token limits and truncation); dynamic model selection and long-context models are needed.</a:t>
            </a:r>
          </a:p>
        </p:txBody>
      </p:sp>
    </p:spTree>
    <p:extLst>
      <p:ext uri="{BB962C8B-B14F-4D97-AF65-F5344CB8AC3E}">
        <p14:creationId xmlns:p14="http://schemas.microsoft.com/office/powerpoint/2010/main" val="695913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7CB96F4B-CE97-DEFE-C282-82E905DA1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F5088D-0577-DC8F-2B1F-5ED1622703A2}"/>
              </a:ext>
            </a:extLst>
          </p:cNvPr>
          <p:cNvSpPr txBox="1"/>
          <p:nvPr/>
        </p:nvSpPr>
        <p:spPr>
          <a:xfrm>
            <a:off x="3924300" y="717754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B25DB-083C-1274-4B11-1CAA06FE9B25}"/>
              </a:ext>
            </a:extLst>
          </p:cNvPr>
          <p:cNvSpPr txBox="1"/>
          <p:nvPr/>
        </p:nvSpPr>
        <p:spPr>
          <a:xfrm>
            <a:off x="675407" y="1174211"/>
            <a:ext cx="3522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58623-0B93-5802-0E18-E719EB4AC903}"/>
              </a:ext>
            </a:extLst>
          </p:cNvPr>
          <p:cNvSpPr txBox="1"/>
          <p:nvPr/>
        </p:nvSpPr>
        <p:spPr>
          <a:xfrm>
            <a:off x="1589809" y="1858569"/>
            <a:ext cx="955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increase of online textual data makes it challenging to extract key insights efficiently.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AF1C0-CBA1-3201-92D8-14087357BB73}"/>
              </a:ext>
            </a:extLst>
          </p:cNvPr>
          <p:cNvSpPr txBox="1"/>
          <p:nvPr/>
        </p:nvSpPr>
        <p:spPr>
          <a:xfrm>
            <a:off x="1589809" y="2227901"/>
            <a:ext cx="9455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extractive summarization models fail to maintain semantic meaning and contextual flow.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D34F5-9614-7B7A-F757-FA8C5AA1E785}"/>
              </a:ext>
            </a:extLst>
          </p:cNvPr>
          <p:cNvSpPr txBox="1"/>
          <p:nvPr/>
        </p:nvSpPr>
        <p:spPr>
          <a:xfrm>
            <a:off x="1589809" y="2643399"/>
            <a:ext cx="9964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a unified system that dynamically adapts summarization methods based on input text length and complexity.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362F5-6A62-CC43-D4AD-E764D71BB2A9}"/>
              </a:ext>
            </a:extLst>
          </p:cNvPr>
          <p:cNvSpPr txBox="1"/>
          <p:nvPr/>
        </p:nvSpPr>
        <p:spPr>
          <a:xfrm>
            <a:off x="675407" y="3655763"/>
            <a:ext cx="379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1FAE7-02F9-FF92-3682-91D18E53357F}"/>
              </a:ext>
            </a:extLst>
          </p:cNvPr>
          <p:cNvSpPr txBox="1"/>
          <p:nvPr/>
        </p:nvSpPr>
        <p:spPr>
          <a:xfrm>
            <a:off x="1589809" y="4186546"/>
            <a:ext cx="9964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access concise, meaningful summaries from large text sources quickly and accurately.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AC19E-F9D0-9CFB-49BE-0D6350B74212}"/>
              </a:ext>
            </a:extLst>
          </p:cNvPr>
          <p:cNvSpPr txBox="1"/>
          <p:nvPr/>
        </p:nvSpPr>
        <p:spPr>
          <a:xfrm>
            <a:off x="1589808" y="4633217"/>
            <a:ext cx="1022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information retrieval and comprehension across domains such as news, research, and education.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91E0A-C91A-547B-4327-B9F3FA7E996C}"/>
              </a:ext>
            </a:extLst>
          </p:cNvPr>
          <p:cNvSpPr txBox="1"/>
          <p:nvPr/>
        </p:nvSpPr>
        <p:spPr>
          <a:xfrm>
            <a:off x="1589808" y="5052847"/>
            <a:ext cx="8998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select multiple models and generate the summaries.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8A614ED-0D2C-CB90-A300-6DC18E275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6082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F494F60-1B88-C0AA-CD14-20F681BC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4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F25B692-0658-3B85-67C9-130BD543C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CBB557-9C17-74D6-AA80-7A8212067B92}"/>
              </a:ext>
            </a:extLst>
          </p:cNvPr>
          <p:cNvSpPr txBox="1"/>
          <p:nvPr/>
        </p:nvSpPr>
        <p:spPr>
          <a:xfrm>
            <a:off x="4665519" y="774261"/>
            <a:ext cx="267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701FA-2850-45A3-602A-6B2655A9C6C1}"/>
              </a:ext>
            </a:extLst>
          </p:cNvPr>
          <p:cNvSpPr txBox="1"/>
          <p:nvPr/>
        </p:nvSpPr>
        <p:spPr>
          <a:xfrm>
            <a:off x="1070265" y="1645191"/>
            <a:ext cx="101103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length-sensitive abstractive text summarization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transformer architectures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BART, PEGASUS, and T5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D42B6-7D60-61BA-3046-E8EC4F6C993C}"/>
              </a:ext>
            </a:extLst>
          </p:cNvPr>
          <p:cNvSpPr txBox="1"/>
          <p:nvPr/>
        </p:nvSpPr>
        <p:spPr>
          <a:xfrm>
            <a:off x="1070264" y="2624894"/>
            <a:ext cx="9757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dynamically select the most suitable model based on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document’s size and complexity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DFEFD-5D92-6827-350B-841FE2118D24}"/>
              </a:ext>
            </a:extLst>
          </p:cNvPr>
          <p:cNvSpPr txBox="1"/>
          <p:nvPr/>
        </p:nvSpPr>
        <p:spPr>
          <a:xfrm>
            <a:off x="1070264" y="3620569"/>
            <a:ext cx="9975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summarization quality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lexical and semantic accuracy.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47EA0-358D-0F57-0DF0-64896D487514}"/>
              </a:ext>
            </a:extLst>
          </p:cNvPr>
          <p:cNvSpPr txBox="1"/>
          <p:nvPr/>
        </p:nvSpPr>
        <p:spPr>
          <a:xfrm>
            <a:off x="1070264" y="4504924"/>
            <a:ext cx="1011035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modular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adaptable for real-world domains like news, research, and education.</a:t>
            </a:r>
          </a:p>
          <a:p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D446DA0-B457-D843-9DD3-8C2235E09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53345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20AAF11-B120-57A6-1FB6-1A20F3CB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20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C5607281-FC12-E0DA-8137-521C4196B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A851F9-74A8-F7DE-4931-26F9586F8715}"/>
              </a:ext>
            </a:extLst>
          </p:cNvPr>
          <p:cNvSpPr txBox="1"/>
          <p:nvPr/>
        </p:nvSpPr>
        <p:spPr>
          <a:xfrm>
            <a:off x="2495550" y="717754"/>
            <a:ext cx="720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OR FLOW DIAGRAM</a:t>
            </a: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D4F48EF6-D924-F846-6D78-6EE4DB905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235" y="1435508"/>
            <a:ext cx="4804064" cy="4770974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1C7CEC3-1EFD-BA06-3E77-12F0C7E5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42955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AC66FC3-E827-66F6-ADD9-EC29EBD3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09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295FA-A179-1CA2-FD59-6E6EE84E3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AC7BD-4C12-AA09-226D-AD71FF62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89B68B78-969A-B842-2EE3-0E5576644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F7C73B-3A9A-EDD5-8878-A35182CD88AC}"/>
              </a:ext>
            </a:extLst>
          </p:cNvPr>
          <p:cNvSpPr txBox="1"/>
          <p:nvPr/>
        </p:nvSpPr>
        <p:spPr>
          <a:xfrm>
            <a:off x="3989200" y="678059"/>
            <a:ext cx="3854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47DC0-2CC2-EF9D-E996-B3EAA02FF787}"/>
              </a:ext>
            </a:extLst>
          </p:cNvPr>
          <p:cNvSpPr txBox="1"/>
          <p:nvPr/>
        </p:nvSpPr>
        <p:spPr>
          <a:xfrm>
            <a:off x="995516" y="1317071"/>
            <a:ext cx="10515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stratified subset of the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BBC News Summary dataset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loaded.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Articles are categorized into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short, medium, and long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token length to support length-sensitive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 Normalization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all text to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lowercase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vocabulary sparsity.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Ensures uniform representation across different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Text is segmented into tokens using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model-specific tokenizers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(BART, PEGASUS, T5).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Enables efficient transformer-based encoding.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247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0A2B74-772F-0242-43CF-15E06E6CC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D0A3-CE66-519D-2463-3CC405E5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9CD8EDAA-19EB-AD60-2F4E-0068E0149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AEF4F4-9688-8CAC-B0C4-09EFCB012A21}"/>
              </a:ext>
            </a:extLst>
          </p:cNvPr>
          <p:cNvSpPr txBox="1"/>
          <p:nvPr/>
        </p:nvSpPr>
        <p:spPr>
          <a:xfrm>
            <a:off x="964790" y="1054509"/>
            <a:ext cx="10262419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HTML tags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eliminate markup artifacts.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Filtering of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emojis and special symbols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do not contribute to semantic meaning.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Elimination of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currency symbols and non-linguistic characters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Whitespace Normalization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extra spaces, tabs, and newline characters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consistent input formatting.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Uniform preprocessing applied across all models.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Prevents preprocessing bias and ensures fair performance comparison.</a:t>
            </a:r>
          </a:p>
        </p:txBody>
      </p:sp>
    </p:spTree>
    <p:extLst>
      <p:ext uri="{BB962C8B-B14F-4D97-AF65-F5344CB8AC3E}">
        <p14:creationId xmlns:p14="http://schemas.microsoft.com/office/powerpoint/2010/main" val="370239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44E3E0F-422B-32D6-D33D-BEEC57D6F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7A43ED-B860-C9B9-E429-99CD704EB9F1}"/>
              </a:ext>
            </a:extLst>
          </p:cNvPr>
          <p:cNvSpPr txBox="1"/>
          <p:nvPr/>
        </p:nvSpPr>
        <p:spPr>
          <a:xfrm>
            <a:off x="4255077" y="704643"/>
            <a:ext cx="316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97C9E-644D-41B3-78EF-5ED44B272335}"/>
              </a:ext>
            </a:extLst>
          </p:cNvPr>
          <p:cNvSpPr txBox="1"/>
          <p:nvPr/>
        </p:nvSpPr>
        <p:spPr>
          <a:xfrm>
            <a:off x="498764" y="1622718"/>
            <a:ext cx="11367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routing summarization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select the most suitable model —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BART, PEGASUS, or T5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based on article length and structure.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EF2BD-6E46-0FE5-B624-E7354C254D64}"/>
              </a:ext>
            </a:extLst>
          </p:cNvPr>
          <p:cNvSpPr txBox="1"/>
          <p:nvPr/>
        </p:nvSpPr>
        <p:spPr>
          <a:xfrm>
            <a:off x="498764" y="2602348"/>
            <a:ext cx="11263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BBC News Summary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450 articles divided into short, medium, and long categories.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BD5AE-47AF-83DC-8A04-EA1232B9B9E0}"/>
              </a:ext>
            </a:extLst>
          </p:cNvPr>
          <p:cNvSpPr txBox="1"/>
          <p:nvPr/>
        </p:nvSpPr>
        <p:spPr>
          <a:xfrm>
            <a:off x="498764" y="3584863"/>
            <a:ext cx="10681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lowercasing, tokenization, and removal of HTML tags, emojis, currency symbols, and extra spaces for data uniformity.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51E5F-68B5-9714-F3EA-150E2691013C}"/>
              </a:ext>
            </a:extLst>
          </p:cNvPr>
          <p:cNvSpPr txBox="1"/>
          <p:nvPr/>
        </p:nvSpPr>
        <p:spPr>
          <a:xfrm>
            <a:off x="498764" y="4561609"/>
            <a:ext cx="10796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is fine-tuned using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 library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efficient GPU-based execution in Google Colab.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1D8D4-38F6-562C-B21F-2AAA7CDB8591}"/>
              </a:ext>
            </a:extLst>
          </p:cNvPr>
          <p:cNvSpPr txBox="1"/>
          <p:nvPr/>
        </p:nvSpPr>
        <p:spPr>
          <a:xfrm>
            <a:off x="498764" y="5538355"/>
            <a:ext cx="10328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ROUGE (lexical) and BERT Score (semantic) used to assess summary quality and coherence.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886BF18-ED45-097D-C41E-0A1B0C4B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32538"/>
            <a:ext cx="4222173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C5E4F43-383D-D35E-85AA-098FDB06A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44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B6B56-141F-16DF-A50D-CBADA79B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355BF-AB65-3BD4-D040-6FEAB33B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4DC66D66-FDB6-210B-EC1D-314DC70C6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772068-1DFC-4FA8-30FD-0EF848DBEF83}"/>
              </a:ext>
            </a:extLst>
          </p:cNvPr>
          <p:cNvSpPr txBox="1"/>
          <p:nvPr/>
        </p:nvSpPr>
        <p:spPr>
          <a:xfrm>
            <a:off x="838200" y="855406"/>
            <a:ext cx="49679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Loading &amp; Batch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8AF4E-A22A-60A8-A358-351D6B03F3F7}"/>
              </a:ext>
            </a:extLst>
          </p:cNvPr>
          <p:cNvSpPr txBox="1"/>
          <p:nvPr/>
        </p:nvSpPr>
        <p:spPr>
          <a:xfrm>
            <a:off x="840897" y="1686812"/>
            <a:ext cx="9930581" cy="4099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Dataset Loading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The system uses a </a:t>
            </a:r>
            <a:r>
              <a:rPr lang="en-US" b="1"/>
              <a:t>stratified BBC News Summary dataset</a:t>
            </a:r>
            <a:r>
              <a:rPr lang="en-US"/>
              <a:t> containing </a:t>
            </a:r>
            <a:r>
              <a:rPr lang="en-US" b="1"/>
              <a:t>450 articles</a:t>
            </a:r>
            <a:r>
              <a:rPr lang="en-US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The dataset is stored in </a:t>
            </a:r>
            <a:r>
              <a:rPr lang="en-US" b="1"/>
              <a:t>CSV format</a:t>
            </a:r>
            <a:r>
              <a:rPr lang="en-US"/>
              <a:t> and loaded using </a:t>
            </a:r>
            <a:r>
              <a:rPr lang="en-US" b="1"/>
              <a:t>Pandas</a:t>
            </a:r>
            <a:r>
              <a:rPr lang="en-US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Each article is labeled using a </a:t>
            </a:r>
            <a:r>
              <a:rPr lang="en-US" b="1"/>
              <a:t>length_bucket</a:t>
            </a:r>
            <a:r>
              <a:rPr lang="en-US"/>
              <a:t> attribute: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Short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Medium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Long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Stratification ensures </a:t>
            </a:r>
            <a:r>
              <a:rPr lang="en-US" b="1"/>
              <a:t>balanced representation</a:t>
            </a:r>
            <a:r>
              <a:rPr lang="en-US"/>
              <a:t> of different document lengths during training and evaluation.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A sanity check using frequency counts verifies equal distribution across categories.</a:t>
            </a:r>
          </a:p>
        </p:txBody>
      </p:sp>
    </p:spTree>
    <p:extLst>
      <p:ext uri="{BB962C8B-B14F-4D97-AF65-F5344CB8AC3E}">
        <p14:creationId xmlns:p14="http://schemas.microsoft.com/office/powerpoint/2010/main" val="3812018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2294F-DE24-AE27-809C-7A5133DA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C463B-6D85-419C-C373-BA4F7741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501F1B7C-7EFB-00F6-D5D2-D2A5C6CA9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2748AC-E559-0EE8-5033-D234686247CE}"/>
              </a:ext>
            </a:extLst>
          </p:cNvPr>
          <p:cNvSpPr txBox="1"/>
          <p:nvPr/>
        </p:nvSpPr>
        <p:spPr>
          <a:xfrm>
            <a:off x="838199" y="1150373"/>
            <a:ext cx="10515601" cy="3835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 of Articles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Articles are processed in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mini-batches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individually.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GPU utilization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overhead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Speeds up inference and evaluation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Each batch is tokenized using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model-specific tokenizers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Padding and truncation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are applied to handle variable-length inputs.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Token length limits ensure compatibility with transformer constraints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0745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730BCE6-61E5-A0F1-8B65-12323D6A7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DB9516-10AB-90F6-316D-4CA5AEA1336E}"/>
              </a:ext>
            </a:extLst>
          </p:cNvPr>
          <p:cNvSpPr txBox="1"/>
          <p:nvPr/>
        </p:nvSpPr>
        <p:spPr>
          <a:xfrm>
            <a:off x="446809" y="986118"/>
            <a:ext cx="5870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Frameworks, Algorithms, and Tools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B1D21-64C6-9FB9-C747-C3ABFE89FC02}"/>
              </a:ext>
            </a:extLst>
          </p:cNvPr>
          <p:cNvSpPr txBox="1"/>
          <p:nvPr/>
        </p:nvSpPr>
        <p:spPr>
          <a:xfrm>
            <a:off x="883228" y="1589396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Used: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Transformers, PyTorch, Google Colab (NVIDIA Tesla T4 GPU).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9108D-89B8-3B35-453B-71EE73DB171C}"/>
              </a:ext>
            </a:extLst>
          </p:cNvPr>
          <p:cNvSpPr txBox="1"/>
          <p:nvPr/>
        </p:nvSpPr>
        <p:spPr>
          <a:xfrm>
            <a:off x="883227" y="2322538"/>
            <a:ext cx="1019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Algorithms Implemented: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7A08A-BCEF-44A9-DF27-95E1F5F68148}"/>
              </a:ext>
            </a:extLst>
          </p:cNvPr>
          <p:cNvSpPr txBox="1"/>
          <p:nvPr/>
        </p:nvSpPr>
        <p:spPr>
          <a:xfrm>
            <a:off x="2202875" y="2794071"/>
            <a:ext cx="91959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Sequence-to-sequence transformer combining bidirectional encoding and autoregressive decoding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Gap-sentence generation (GSG) pretraining for abstractive summarization.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Text-to-text transfer transformer reformulating summarization as a text-generation task.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75D3C-840A-6F03-12AF-D158DE81415A}"/>
              </a:ext>
            </a:extLst>
          </p:cNvPr>
          <p:cNvSpPr txBox="1"/>
          <p:nvPr/>
        </p:nvSpPr>
        <p:spPr>
          <a:xfrm>
            <a:off x="883227" y="4942986"/>
            <a:ext cx="10266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Decoding Strategy: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Beam Search (width = 5), Length Penalty = 1.2, No Repeat N-Gram Size = 3 to ensure fluent and non-redundant summaries.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2AE5487-5B5D-6CD4-4733-E6F3724F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53345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F071760-566A-74AF-A633-0ABCD6D4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70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06868D7C-721C-3A1D-BA61-AA6CCE074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BCBFEE-F12E-CDA3-F634-EBAF19D5D317}"/>
              </a:ext>
            </a:extLst>
          </p:cNvPr>
          <p:cNvSpPr txBox="1"/>
          <p:nvPr/>
        </p:nvSpPr>
        <p:spPr>
          <a:xfrm>
            <a:off x="3989200" y="707363"/>
            <a:ext cx="413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74BC4-7CF3-732E-3EB2-2DAC485CA197}"/>
              </a:ext>
            </a:extLst>
          </p:cNvPr>
          <p:cNvSpPr txBox="1"/>
          <p:nvPr/>
        </p:nvSpPr>
        <p:spPr>
          <a:xfrm>
            <a:off x="768927" y="1643343"/>
            <a:ext cx="10390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implemented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GPU acceleration and efficient fine-tuning of summarization models.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95B26-25C4-DC88-7F1F-86AFC127FF41}"/>
              </a:ext>
            </a:extLst>
          </p:cNvPr>
          <p:cNvSpPr txBox="1"/>
          <p:nvPr/>
        </p:nvSpPr>
        <p:spPr>
          <a:xfrm>
            <a:off x="768927" y="2702434"/>
            <a:ext cx="9798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training, and evaluation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executed in modular stages for better scalability and debugging.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01344-6316-8260-B0C0-CA0B8105E377}"/>
              </a:ext>
            </a:extLst>
          </p:cNvPr>
          <p:cNvSpPr txBox="1"/>
          <p:nvPr/>
        </p:nvSpPr>
        <p:spPr>
          <a:xfrm>
            <a:off x="768927" y="3678382"/>
            <a:ext cx="9455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summarization system dynamically selected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based on the input document’s token length.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AA68D-BFEE-E9DC-5829-042A437894A8}"/>
              </a:ext>
            </a:extLst>
          </p:cNvPr>
          <p:cNvSpPr txBox="1"/>
          <p:nvPr/>
        </p:nvSpPr>
        <p:spPr>
          <a:xfrm>
            <a:off x="768927" y="4752992"/>
            <a:ext cx="10079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scripts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implemented to compare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 for lexical and semantic accuracy.</a:t>
            </a:r>
          </a:p>
          <a:p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2CB39AA-39F0-69B8-8C8A-14C969FA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42955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E190651-87EA-09AA-B462-A46BD08C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52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48A49-EE01-9FC7-392A-343E188A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C71BD-66C0-9A9C-0406-F019AC48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E0FFD492-4140-228A-ABB7-1AF5B3842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993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7531E3-A0E2-B1C0-D30A-C5A76919F3FF}"/>
              </a:ext>
            </a:extLst>
          </p:cNvPr>
          <p:cNvSpPr txBox="1"/>
          <p:nvPr/>
        </p:nvSpPr>
        <p:spPr>
          <a:xfrm>
            <a:off x="838200" y="935827"/>
            <a:ext cx="3458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&amp; Pipeline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6FD1FB1F-33A4-A7ED-DE95-15F70289388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1682814"/>
            <a:ext cx="97511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implemented using Python and Hugging Face Transformers, ensuring compatibility with state-of-the –art transformer models.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with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NVIDIA Tesla T4 GPU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support efficient fine-tuning and inference.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B8CB5B-BEC4-8C74-86A9-D2EDA103A495}"/>
              </a:ext>
            </a:extLst>
          </p:cNvPr>
          <p:cNvSpPr txBox="1"/>
          <p:nvPr/>
        </p:nvSpPr>
        <p:spPr>
          <a:xfrm>
            <a:off x="838200" y="3141068"/>
            <a:ext cx="8996516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followed a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modular pipeline architecture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separating: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Model execution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992112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5C6FBE-D239-716B-D67D-C205EE79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AD749-59C4-BDC7-6797-99DBE581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8C56DA28-443B-E387-0314-315D8D5B9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644FA9-9793-41CF-69DE-616949A3B2E1}"/>
              </a:ext>
            </a:extLst>
          </p:cNvPr>
          <p:cNvSpPr txBox="1"/>
          <p:nvPr/>
        </p:nvSpPr>
        <p:spPr>
          <a:xfrm>
            <a:off x="838200" y="953729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Execution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8532E2-AD8B-7755-8BA8-1B9990A43D80}"/>
              </a:ext>
            </a:extLst>
          </p:cNvPr>
          <p:cNvSpPr txBox="1"/>
          <p:nvPr/>
        </p:nvSpPr>
        <p:spPr>
          <a:xfrm>
            <a:off x="838200" y="1513091"/>
            <a:ext cx="96454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</a:t>
            </a:r>
            <a:r>
              <a:rPr lang="en-US" b="1"/>
              <a:t>dynamic routing mechanism</a:t>
            </a:r>
            <a:r>
              <a:rPr lang="en-US"/>
              <a:t> selected </a:t>
            </a:r>
            <a:r>
              <a:rPr lang="en-US" b="1"/>
              <a:t>BART, PEGASUS, or T5</a:t>
            </a:r>
            <a:r>
              <a:rPr lang="en-US"/>
              <a:t> based on the input document’s </a:t>
            </a:r>
            <a:r>
              <a:rPr lang="en-US" b="1"/>
              <a:t>token length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Each model was executed under </a:t>
            </a:r>
            <a:r>
              <a:rPr lang="en-US" b="1"/>
              <a:t>uniform preprocessing and decoding constraints</a:t>
            </a:r>
            <a:r>
              <a:rPr lang="en-US"/>
              <a:t> to ensure fair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Beam search decoding</a:t>
            </a:r>
            <a:r>
              <a:rPr lang="en-US"/>
              <a:t> with length penalty and repetition control was applied during inference.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CFD60D-AF6B-4489-7CB2-F233A7817AB0}"/>
              </a:ext>
            </a:extLst>
          </p:cNvPr>
          <p:cNvSpPr txBox="1"/>
          <p:nvPr/>
        </p:nvSpPr>
        <p:spPr>
          <a:xfrm>
            <a:off x="838200" y="4139380"/>
            <a:ext cx="9006349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scripts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computed: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ROUGE-1, ROUGE-2, ROUGE-L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for lexical overlap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BERTScore (F1)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for semantic similarity </a:t>
            </a:r>
          </a:p>
          <a:p>
            <a:pPr lvl="1">
              <a:lnSpc>
                <a:spcPct val="150000"/>
              </a:lnSpc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788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97EAB-AF6C-939F-D1A3-618F458BB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7DF6BC-86C0-9D05-429C-0D578B6F3090}"/>
              </a:ext>
            </a:extLst>
          </p:cNvPr>
          <p:cNvSpPr txBox="1"/>
          <p:nvPr/>
        </p:nvSpPr>
        <p:spPr>
          <a:xfrm>
            <a:off x="218209" y="810491"/>
            <a:ext cx="4312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474F1-6D68-BDA4-0A7F-64C528D6DCC9}"/>
              </a:ext>
            </a:extLst>
          </p:cNvPr>
          <p:cNvSpPr txBox="1"/>
          <p:nvPr/>
        </p:nvSpPr>
        <p:spPr>
          <a:xfrm>
            <a:off x="1870363" y="1426448"/>
            <a:ext cx="89777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10 / Google Colab Environment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Transformers, PyTorch, NLTK, NumPy, Pandas, 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Colab, Jupyter Notebook,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ROUGE-L, BERT 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9A1D0-9727-80D3-4F2C-CE40598EB861}"/>
              </a:ext>
            </a:extLst>
          </p:cNvPr>
          <p:cNvSpPr txBox="1"/>
          <p:nvPr/>
        </p:nvSpPr>
        <p:spPr>
          <a:xfrm>
            <a:off x="301336" y="4011771"/>
            <a:ext cx="4603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5074A-4D94-BE80-BCE6-FB63DF678CE9}"/>
              </a:ext>
            </a:extLst>
          </p:cNvPr>
          <p:cNvSpPr txBox="1"/>
          <p:nvPr/>
        </p:nvSpPr>
        <p:spPr>
          <a:xfrm>
            <a:off x="1870363" y="4738255"/>
            <a:ext cx="92686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i5 or above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8 GB (16 GB recommended)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10 GB free space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8149D2D-6A07-2CBB-9866-C8A8819B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63736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0F7FB18-78E8-970B-F846-5EE82A40C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98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08A8264E-1DC7-3E01-A1BB-33159DA99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65417A-0B05-3F26-DF2F-023BB8B9821F}"/>
              </a:ext>
            </a:extLst>
          </p:cNvPr>
          <p:cNvSpPr txBox="1"/>
          <p:nvPr/>
        </p:nvSpPr>
        <p:spPr>
          <a:xfrm>
            <a:off x="581890" y="1028699"/>
            <a:ext cx="560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and Solutions: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DCB77-63A2-A20E-F501-C827B7438722}"/>
              </a:ext>
            </a:extLst>
          </p:cNvPr>
          <p:cNvSpPr txBox="1"/>
          <p:nvPr/>
        </p:nvSpPr>
        <p:spPr>
          <a:xfrm>
            <a:off x="1636339" y="1862864"/>
            <a:ext cx="95546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instability and memory overflow during fine-tuning large datasets.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accumulation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reduced batch sizes to stabilize training.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Semantic loss in generated summaries.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penalty tuning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 decoding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fluency.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Inconsistent evaluation results due to token limit mismatch.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Standardized token lengths and preprocessing across all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multiple summarization models and ensuring smooth execution when users select one or more models for comparison.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user-controlled selection interface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allowing manual choice between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models, enabling flexible testing and efficient performance comparison within a single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BCBFC1E-3AF5-D98F-4F8D-76196C6E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357255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4CB476B-6D84-2FF0-1267-6A299D54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52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3A678CA9-14C2-E6F6-6F03-D4DB587E5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50C286-210A-1F3F-ED66-6C835025E8AB}"/>
              </a:ext>
            </a:extLst>
          </p:cNvPr>
          <p:cNvSpPr txBox="1"/>
          <p:nvPr/>
        </p:nvSpPr>
        <p:spPr>
          <a:xfrm>
            <a:off x="4061937" y="717754"/>
            <a:ext cx="4687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C2E08-176E-25DC-C433-316F21DFE515}"/>
              </a:ext>
            </a:extLst>
          </p:cNvPr>
          <p:cNvSpPr txBox="1"/>
          <p:nvPr/>
        </p:nvSpPr>
        <p:spPr>
          <a:xfrm>
            <a:off x="550717" y="1620982"/>
            <a:ext cx="4687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Methodology: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A4738-C6DD-AC72-E5AE-8802752E0343}"/>
              </a:ext>
            </a:extLst>
          </p:cNvPr>
          <p:cNvSpPr txBox="1"/>
          <p:nvPr/>
        </p:nvSpPr>
        <p:spPr>
          <a:xfrm>
            <a:off x="2109355" y="2201044"/>
            <a:ext cx="90089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metrics (ROUGE-1, ROUGE-2, ROUGE-L)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metric (BERT Score F1)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tested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450 BBC News articles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150 each from short, medium, and long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beam width, repetition penalty, and length normalization were tuned individually for each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were averaged to ensure fair and consistent comparison.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B2B1304-4985-A1DA-94B5-2A9FECD4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63736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34ACE88-B3D0-2E03-5E7C-F288DB2B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43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E31C79D1-6541-5A68-5344-32F3DAAC8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3C33FA-ECF7-80AE-998F-381FF1A38A96}"/>
              </a:ext>
            </a:extLst>
          </p:cNvPr>
          <p:cNvSpPr txBox="1"/>
          <p:nvPr/>
        </p:nvSpPr>
        <p:spPr>
          <a:xfrm>
            <a:off x="779317" y="976746"/>
            <a:ext cx="414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Comparison: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E69F63-8153-E659-0C29-052397C52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09080"/>
              </p:ext>
            </p:extLst>
          </p:nvPr>
        </p:nvGraphicFramePr>
        <p:xfrm>
          <a:off x="1423099" y="1697402"/>
          <a:ext cx="9612045" cy="4183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409">
                  <a:extLst>
                    <a:ext uri="{9D8B030D-6E8A-4147-A177-3AD203B41FA5}">
                      <a16:colId xmlns:a16="http://schemas.microsoft.com/office/drawing/2014/main" val="1678724613"/>
                    </a:ext>
                  </a:extLst>
                </a:gridCol>
                <a:gridCol w="1922409">
                  <a:extLst>
                    <a:ext uri="{9D8B030D-6E8A-4147-A177-3AD203B41FA5}">
                      <a16:colId xmlns:a16="http://schemas.microsoft.com/office/drawing/2014/main" val="3787421641"/>
                    </a:ext>
                  </a:extLst>
                </a:gridCol>
                <a:gridCol w="1922409">
                  <a:extLst>
                    <a:ext uri="{9D8B030D-6E8A-4147-A177-3AD203B41FA5}">
                      <a16:colId xmlns:a16="http://schemas.microsoft.com/office/drawing/2014/main" val="965489209"/>
                    </a:ext>
                  </a:extLst>
                </a:gridCol>
                <a:gridCol w="1922409">
                  <a:extLst>
                    <a:ext uri="{9D8B030D-6E8A-4147-A177-3AD203B41FA5}">
                      <a16:colId xmlns:a16="http://schemas.microsoft.com/office/drawing/2014/main" val="432511909"/>
                    </a:ext>
                  </a:extLst>
                </a:gridCol>
                <a:gridCol w="1922409">
                  <a:extLst>
                    <a:ext uri="{9D8B030D-6E8A-4147-A177-3AD203B41FA5}">
                      <a16:colId xmlns:a16="http://schemas.microsoft.com/office/drawing/2014/main" val="2595795977"/>
                    </a:ext>
                  </a:extLst>
                </a:gridCol>
              </a:tblGrid>
              <a:tr h="103517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BERTScore(F1)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679331"/>
                  </a:ext>
                </a:extLst>
              </a:tr>
              <a:tr h="10495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58741"/>
                  </a:ext>
                </a:extLst>
              </a:tr>
              <a:tr h="10495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PEGASUS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027972"/>
                  </a:ext>
                </a:extLst>
              </a:tr>
              <a:tr h="10495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84300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7B786B6-C554-4FE5-443A-ED4D0EDE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22173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7D615EC-6F4C-934B-91CD-F893327E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94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A047E-B742-B244-FF83-007821DF8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91EB7-43C0-41EC-A51F-F562DE62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DA7DD7C0-80DA-E647-E95C-88BC4AA2F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39056B-8862-3B1A-5D63-66BF2A2AD223}"/>
              </a:ext>
            </a:extLst>
          </p:cNvPr>
          <p:cNvSpPr txBox="1"/>
          <p:nvPr/>
        </p:nvSpPr>
        <p:spPr>
          <a:xfrm>
            <a:off x="838200" y="855407"/>
            <a:ext cx="4857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Performance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A7D19-1076-C56E-25ED-CB7B671FB2F0}"/>
              </a:ext>
            </a:extLst>
          </p:cNvPr>
          <p:cNvSpPr txBox="1"/>
          <p:nvPr/>
        </p:nvSpPr>
        <p:spPr>
          <a:xfrm>
            <a:off x="1120877" y="1661652"/>
            <a:ext cx="10232923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BART, PEGASUS, and T5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was evaluated using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ROUGE-1, ROUGE-2, ROUGE-L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BERTScore (F1)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short, medium, and long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article categories.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highest overall ROUGE and BERTScore values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particularly for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short and medium-length articles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abstraction and semantic fidelity.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showed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consistent ROUGE-1 and ROUGE-L scores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with best performance on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medium-length articles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its ability to retain contextual depth.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recorded comparatively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lower ROUGE scores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for long articles, due to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512-token input limitations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but maintained stable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BERTScore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semantic preservation.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Across all models,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BERTScore values remained above 0.84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confirming strong semantic alignment with reference summaries.</a:t>
            </a:r>
          </a:p>
        </p:txBody>
      </p:sp>
    </p:spTree>
    <p:extLst>
      <p:ext uri="{BB962C8B-B14F-4D97-AF65-F5344CB8AC3E}">
        <p14:creationId xmlns:p14="http://schemas.microsoft.com/office/powerpoint/2010/main" val="2627971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367F7-0E38-254F-3953-94D9873D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20388-9F28-9733-6EDB-86402DA4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7F2B558F-66F1-6EAC-DBAF-4561A2C8E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85A585-C3E8-07F5-C066-171BEEEEC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731514"/>
            <a:ext cx="904343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24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C06171-4966-42E1-3BA1-068E64081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76E0F-0568-CD60-6AFB-9348C116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B8F8EFF1-39CB-8A64-A395-6FB65E254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D9FA8E-F722-7F6A-3FB7-4D1AEFAFF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731514"/>
            <a:ext cx="904343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1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796F2-DE37-8E36-9AF4-DB5072470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EA3B7-0551-6132-5858-2B7D9850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798F5E80-96C2-846F-25F8-6202DB68A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625B3E-EE6C-A64C-84FC-BBB681D94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731514"/>
            <a:ext cx="904343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06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447AB-3075-690D-D301-5F6374C08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85492-D947-145D-167E-626E576F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20BC5A4F-8933-B58D-AB44-6900BE348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2E8352-E250-F4B2-27A8-30365801721F}"/>
              </a:ext>
            </a:extLst>
          </p:cNvPr>
          <p:cNvSpPr txBox="1"/>
          <p:nvPr/>
        </p:nvSpPr>
        <p:spPr>
          <a:xfrm>
            <a:off x="838200" y="890044"/>
            <a:ext cx="6894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Observations &amp; Interpretation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DFBBE-836C-C8EA-C33B-11D010D2A36A}"/>
              </a:ext>
            </a:extLst>
          </p:cNvPr>
          <p:cNvSpPr txBox="1"/>
          <p:nvPr/>
        </p:nvSpPr>
        <p:spPr>
          <a:xfrm>
            <a:off x="838200" y="1687306"/>
            <a:ext cx="9655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Graphical analysis demonstrates a </a:t>
            </a:r>
            <a:r>
              <a:rPr lang="en-US" b="1"/>
              <a:t>clear performance variation with article length</a:t>
            </a:r>
            <a:r>
              <a:rPr lang="en-US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C9FB6-3585-E9E6-737D-EC1ACE9F9952}"/>
              </a:ext>
            </a:extLst>
          </p:cNvPr>
          <p:cNvSpPr txBox="1"/>
          <p:nvPr/>
        </p:nvSpPr>
        <p:spPr>
          <a:xfrm>
            <a:off x="838200" y="2197774"/>
            <a:ext cx="952500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short articles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PEGASUS AND BART perform strongly in both ROUGE and BERTScore.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PEGASUS produces more concise summaries with higher abstraction.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9F187-6140-A4B5-4E20-7C5B04000E73}"/>
              </a:ext>
            </a:extLst>
          </p:cNvPr>
          <p:cNvSpPr txBox="1"/>
          <p:nvPr/>
        </p:nvSpPr>
        <p:spPr>
          <a:xfrm>
            <a:off x="838200" y="3627981"/>
            <a:ext cx="9461091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medium articles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BART achieves peak performance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balancing compression and contextual coverage.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B3E4C6-CF5D-1FE7-2323-E23853598BB1}"/>
              </a:ext>
            </a:extLst>
          </p:cNvPr>
          <p:cNvSpPr txBox="1"/>
          <p:nvPr/>
        </p:nvSpPr>
        <p:spPr>
          <a:xfrm>
            <a:off x="838200" y="4464478"/>
            <a:ext cx="9355394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long articles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 models show a decline in ROUGE scores due to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token truncation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Semantic scores remain stable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preserved core meaning.</a:t>
            </a:r>
          </a:p>
        </p:txBody>
      </p:sp>
    </p:spTree>
    <p:extLst>
      <p:ext uri="{BB962C8B-B14F-4D97-AF65-F5344CB8AC3E}">
        <p14:creationId xmlns:p14="http://schemas.microsoft.com/office/powerpoint/2010/main" val="2588485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CD3BFE5D-FF83-AA5C-0A44-7C4F5C475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352982-C977-57F5-E2FA-D10275179A7E}"/>
              </a:ext>
            </a:extLst>
          </p:cNvPr>
          <p:cNvSpPr txBox="1"/>
          <p:nvPr/>
        </p:nvSpPr>
        <p:spPr>
          <a:xfrm>
            <a:off x="613064" y="1049483"/>
            <a:ext cx="6556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B1E4E-F2E9-9DDE-E49D-D003FAE74DF1}"/>
              </a:ext>
            </a:extLst>
          </p:cNvPr>
          <p:cNvSpPr txBox="1"/>
          <p:nvPr/>
        </p:nvSpPr>
        <p:spPr>
          <a:xfrm>
            <a:off x="1046130" y="1808082"/>
            <a:ext cx="95076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best performance in both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fidelity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concise summarization.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efficiently for medium-length inputs but sometimes generated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verbose outputs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reducing ROUGE-2 precision.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delivered lower ROUGE values due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token limitations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maintained good semantic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excelled in balancing brevity, coherence, and contextual coverage.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results highlight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should depend on task requirements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raw metric values.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3D9AB23-1913-C97F-1B5C-A6E5CFDF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94909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1A455D1-EF16-5066-3534-4B56A936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28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627DE52-22EA-96B9-D436-7F996DBDC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248351-FE76-A831-4BCC-2918A16460ED}"/>
              </a:ext>
            </a:extLst>
          </p:cNvPr>
          <p:cNvSpPr txBox="1"/>
          <p:nvPr/>
        </p:nvSpPr>
        <p:spPr>
          <a:xfrm>
            <a:off x="3221181" y="728144"/>
            <a:ext cx="6151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4EC72-6901-4DF8-DA06-1598D019B2A0}"/>
              </a:ext>
            </a:extLst>
          </p:cNvPr>
          <p:cNvSpPr txBox="1"/>
          <p:nvPr/>
        </p:nvSpPr>
        <p:spPr>
          <a:xfrm>
            <a:off x="838200" y="1198899"/>
            <a:ext cx="2660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23D779-A27F-BBB5-1526-FBC3BA0E4759}"/>
              </a:ext>
            </a:extLst>
          </p:cNvPr>
          <p:cNvSpPr txBox="1"/>
          <p:nvPr/>
        </p:nvSpPr>
        <p:spPr>
          <a:xfrm>
            <a:off x="1032387" y="1742062"/>
            <a:ext cx="9550753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best summarization performance, producing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concise and semantically accurate summaries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, as reflected by higher ROUGE and BERTScore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contextually rich summaries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, performing especially well on medium-length inputs, but showed slight verbosity on longer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maintained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semantic consistency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across varied input lengths, despite lower ROUGE scores caused by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input token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length-sensitive, multi-model framework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balances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brevity, coherence, and contextual coverage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document sizes.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study demonstrates that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should be task- and input-dependent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relying on a single summarization model or raw metric values.</a:t>
            </a:r>
            <a:endParaRPr lang="en-US" sz="1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BAE47A-C5C8-3E32-6906-2444F384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42955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2D45738-15C5-6086-82F4-85CE17D5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72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51ADFD-4C4E-76D5-2632-DEF82F17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16368-F34D-CEF7-2E12-95AAEBE9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146D81B2-4BDE-1F2B-571A-49695518E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36513E-8A18-A2DB-9095-CEB2934C939E}"/>
              </a:ext>
            </a:extLst>
          </p:cNvPr>
          <p:cNvSpPr txBox="1"/>
          <p:nvPr/>
        </p:nvSpPr>
        <p:spPr>
          <a:xfrm>
            <a:off x="838200" y="845574"/>
            <a:ext cx="3401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556EB-AA38-CD6D-AE0E-411DE6E39FCF}"/>
              </a:ext>
            </a:extLst>
          </p:cNvPr>
          <p:cNvSpPr txBox="1"/>
          <p:nvPr/>
        </p:nvSpPr>
        <p:spPr>
          <a:xfrm>
            <a:off x="993058" y="1435059"/>
            <a:ext cx="9901084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Extend the framework to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datasets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legal, medical, or academic texts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adaptability and real-world applicability.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input-aware dynamic model routing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allowing real-time selection of the optimal summarization model based on document characteristics.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compression and knowledge distillation techniques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reduce computational cost while maintaining summarization quality.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Explore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long-context transformer architectures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better handle very long documents without truncation.</a:t>
            </a:r>
          </a:p>
        </p:txBody>
      </p:sp>
    </p:spTree>
    <p:extLst>
      <p:ext uri="{BB962C8B-B14F-4D97-AF65-F5344CB8AC3E}">
        <p14:creationId xmlns:p14="http://schemas.microsoft.com/office/powerpoint/2010/main" val="4168231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C3D7B6-F4CA-0046-CE1A-B3C7A63D5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8C498-656F-5272-7215-8CE07BE2F005}"/>
              </a:ext>
            </a:extLst>
          </p:cNvPr>
          <p:cNvSpPr txBox="1"/>
          <p:nvPr/>
        </p:nvSpPr>
        <p:spPr>
          <a:xfrm>
            <a:off x="4561609" y="719390"/>
            <a:ext cx="26185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377FC1A-A20C-2C96-D0FE-F584CE17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74127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413461-C16F-77EE-30A0-AFE20E54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36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859140-86DD-3369-4E2D-2BC9B0124BFC}"/>
              </a:ext>
            </a:extLst>
          </p:cNvPr>
          <p:cNvSpPr txBox="1"/>
          <p:nvPr/>
        </p:nvSpPr>
        <p:spPr>
          <a:xfrm>
            <a:off x="838200" y="1228397"/>
            <a:ext cx="103562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Azam and F. Ahmed, “Extractive Summarization Using Enhanced Graph Models,” *International Journal of Artificial Intelligence*, vol. 34, no. 2, pp. 101–115,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Salam, R. Alfarraj, and M.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Alweshah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“MS-GATS: A Multi-Sentence Graph Attention Network for Arabic Text Summarization,” in *Proc. IATMSI*,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Rautaray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K. Singh, and H. Saini, “CSO–HHO Optimized Extractive Summarization Technique,” *Elsevier Expert Systems with Applications*, vol. 213,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Satpute and P. Kulkarni, “Hybrid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TextRank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Word2Vec for Extractive Summarization,” *Springer AI Society*,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Khan et al., “Survey of Abstractive Summarization Using Transformers,” *ACM Computing Surveys*, vol. 56, no. 1, pp. 1–35, 2023.</a:t>
            </a:r>
          </a:p>
        </p:txBody>
      </p:sp>
    </p:spTree>
    <p:extLst>
      <p:ext uri="{BB962C8B-B14F-4D97-AF65-F5344CB8AC3E}">
        <p14:creationId xmlns:p14="http://schemas.microsoft.com/office/powerpoint/2010/main" val="414500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6E87D-D779-DB5A-52F9-69B32A28C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9C487-7136-CEA1-8CBB-F6E18D70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8F3EE-00BF-7678-8F57-FD2B7DF25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4B59B4-4CE1-1D02-7C6F-70B67A4FDFD7}"/>
              </a:ext>
            </a:extLst>
          </p:cNvPr>
          <p:cNvSpPr txBox="1"/>
          <p:nvPr/>
        </p:nvSpPr>
        <p:spPr>
          <a:xfrm>
            <a:off x="838200" y="1551361"/>
            <a:ext cx="104123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Awais and R. M. A. Nawab, “Abstractive Urdu Summarization Using LSTM-Transformer Hybrid,” *IATMSI Transactions*, vol. 9, no. 2, pp. 89–100,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I. Khan, M. Rahman, and M. Almahdawi, “Arabic Text Summarization via Enhanced Lexical Cohesion,” in *Proc. IEEE NLP*,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R. Naik et al., “EffSum: Efficient Transformer Summarization for Indian News,” *Elsevier Information Processing Management*, vol. 62,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Kadhim, H. Ali, and H. Shukur, “Feature-Based Sentence Scoring for Summarization,” *Springer Soft Computing*,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A. Elsaid, M. Alghamdi, and H. Alqarni, “Arabic Text Summarization: A Comprehensive Review,” *ACM Transactions on Asian and LowResource Language Information Processing*, vol. 21, no. 3, 2022.</a:t>
            </a:r>
          </a:p>
        </p:txBody>
      </p:sp>
    </p:spTree>
    <p:extLst>
      <p:ext uri="{BB962C8B-B14F-4D97-AF65-F5344CB8AC3E}">
        <p14:creationId xmlns:p14="http://schemas.microsoft.com/office/powerpoint/2010/main" val="4018868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99182-D211-4F7C-449C-618ED7BD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Final_PPT           Batch No.DB7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0D112-3363-66A0-0497-22FFD9E87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E46BA-A982-0A50-3078-0B70EC9B7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CE701-163F-ACE2-D900-5EBE7B64FEB3}"/>
              </a:ext>
            </a:extLst>
          </p:cNvPr>
          <p:cNvSpPr txBox="1"/>
          <p:nvPr/>
        </p:nvSpPr>
        <p:spPr>
          <a:xfrm>
            <a:off x="838200" y="1331089"/>
            <a:ext cx="1051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R. Kumar and A. Joshi, “Legal Text Summarization Using Discourse and Abstraction,” *IATMSI Transactions*, vol. 10, no. 1, pp. 33–46,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A. Hegde, “Sentiment-Guided Medical Literature Summarization,” *IEEE Transactions on Computational Social Systems*, vol. 9, no. 2, pp. 200–211,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S. Pisano, “Rule-Based Summarization of Italian Tax Law,” in *Proc. ` Springer LegalTech*,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R. Singh ad R. Rathi, “Clinical Summarization Using Multi-Head Attention,” *Springer Health Informatics Journal*, vol. 38, no. 1, pp. 15–27,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Y. Zhang et al., “Multi-Modal Summarization of Educational Lectures,” *IEEE Transactions on Learning Technologies*, vol. 18, no. 2, pp. 123–134, 2025.</a:t>
            </a:r>
          </a:p>
        </p:txBody>
      </p:sp>
    </p:spTree>
    <p:extLst>
      <p:ext uri="{BB962C8B-B14F-4D97-AF65-F5344CB8AC3E}">
        <p14:creationId xmlns:p14="http://schemas.microsoft.com/office/powerpoint/2010/main" val="32543913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7ED6DC-8DAA-158E-2C98-104A4A8FF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4B59A3-6EB6-5579-2FF7-A82192282C33}"/>
              </a:ext>
            </a:extLst>
          </p:cNvPr>
          <p:cNvSpPr txBox="1"/>
          <p:nvPr/>
        </p:nvSpPr>
        <p:spPr>
          <a:xfrm>
            <a:off x="3987130" y="831273"/>
            <a:ext cx="4779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and ANSWERS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65F37CB-D831-5F42-51A8-5BD7FA9E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98818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7029F9E-D9ED-813F-193D-6C054043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B4C13D-2619-5848-8A74-628797509676}"/>
              </a:ext>
            </a:extLst>
          </p:cNvPr>
          <p:cNvSpPr txBox="1"/>
          <p:nvPr/>
        </p:nvSpPr>
        <p:spPr>
          <a:xfrm>
            <a:off x="1081548" y="2300748"/>
            <a:ext cx="101862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We appreciate your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interest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Now we would like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to open floor for questions and answers</a:t>
            </a:r>
          </a:p>
        </p:txBody>
      </p:sp>
    </p:spTree>
    <p:extLst>
      <p:ext uri="{BB962C8B-B14F-4D97-AF65-F5344CB8AC3E}">
        <p14:creationId xmlns:p14="http://schemas.microsoft.com/office/powerpoint/2010/main" val="2432036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25BEE-ED02-C4BC-F2BC-4CC410215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39DABD-CD54-6242-AB1C-176E10FC7411}"/>
              </a:ext>
            </a:extLst>
          </p:cNvPr>
          <p:cNvSpPr txBox="1"/>
          <p:nvPr/>
        </p:nvSpPr>
        <p:spPr>
          <a:xfrm>
            <a:off x="3834246" y="623455"/>
            <a:ext cx="4145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ACKNOWLEGEMENTS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CB3ED-F8EE-21E7-69A1-8DE76DCE002E}"/>
              </a:ext>
            </a:extLst>
          </p:cNvPr>
          <p:cNvSpPr txBox="1"/>
          <p:nvPr/>
        </p:nvSpPr>
        <p:spPr>
          <a:xfrm>
            <a:off x="959427" y="1220084"/>
            <a:ext cx="1027314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sincerely thank our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K.V NARASIMHA REDDY SIR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valuable guidance, encouragement, and continuous support throughout the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 like to thank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 and faculty of Computer Science and Engineering, Narasaraopeta Engineering College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providing essential resources and technical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extend our gratitude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Narasaraopeta Engineering College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providing the required infrastructure and opportunity to present this work.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queries or further information, please reach out to:skbuddu786786@gmail.com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6227673-EB96-8C85-D2BC-12B82DE7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05300" cy="365125"/>
          </a:xfrm>
        </p:spPr>
        <p:txBody>
          <a:bodyPr/>
          <a:lstStyle/>
          <a:p>
            <a:r>
              <a:rPr lang="en-US"/>
              <a:t>Final_PPT           Batch No.DB7            Department of CSE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86814C-E262-775B-CC55-0A1E17D9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30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4192</Words>
  <Application>Microsoft Office PowerPoint</Application>
  <PresentationFormat>Widescreen</PresentationFormat>
  <Paragraphs>499</Paragraphs>
  <Slides>40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 FAHEEM AHMED</dc:creator>
  <cp:lastModifiedBy>SHAIK FAHEEM AHMED</cp:lastModifiedBy>
  <cp:revision>8</cp:revision>
  <dcterms:created xsi:type="dcterms:W3CDTF">2025-11-08T12:38:47Z</dcterms:created>
  <dcterms:modified xsi:type="dcterms:W3CDTF">2026-02-06T08:54:44Z</dcterms:modified>
</cp:coreProperties>
</file>